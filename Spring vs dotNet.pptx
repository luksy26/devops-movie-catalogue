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72" r:id="rId12"/>
    <p:sldId id="273" r:id="rId13"/>
    <p:sldId id="265" r:id="rId14"/>
    <p:sldId id="27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CEC64-3A99-4C5C-A965-4B83D490828A}" v="339" dt="2026-01-18T21:26:19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366" autoAdjust="0"/>
  </p:normalViewPr>
  <p:slideViewPr>
    <p:cSldViewPr snapToGrid="0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Lazaroiu" userId="4b485211cea7a382" providerId="LiveId" clId="{5695F439-CF2F-429C-8F30-E378CEDDF8E5}"/>
    <pc:docChg chg="undo custSel addSld delSld modSld sldOrd addMainMaster delMainMaster">
      <pc:chgData name="Lucas Lazaroiu" userId="4b485211cea7a382" providerId="LiveId" clId="{5695F439-CF2F-429C-8F30-E378CEDDF8E5}" dt="2026-01-18T22:08:27.069" v="9776" actId="20577"/>
      <pc:docMkLst>
        <pc:docMk/>
      </pc:docMkLst>
      <pc:sldChg chg="addSp delSp modSp new mod setBg modClrScheme addAnim delAnim setClrOvrMap chgLayout modNotesTx">
        <pc:chgData name="Lucas Lazaroiu" userId="4b485211cea7a382" providerId="LiveId" clId="{5695F439-CF2F-429C-8F30-E378CEDDF8E5}" dt="2026-01-18T20:43:32.051" v="4088" actId="20577"/>
        <pc:sldMkLst>
          <pc:docMk/>
          <pc:sldMk cId="610886381" sldId="256"/>
        </pc:sldMkLst>
        <pc:spChg chg="mod">
          <ac:chgData name="Lucas Lazaroiu" userId="4b485211cea7a382" providerId="LiveId" clId="{5695F439-CF2F-429C-8F30-E378CEDDF8E5}" dt="2026-01-18T20:28:47.738" v="4016" actId="27636"/>
          <ac:spMkLst>
            <pc:docMk/>
            <pc:sldMk cId="610886381" sldId="256"/>
            <ac:spMk id="2" creationId="{7016ECCA-5751-679E-52A2-1AC281E5403F}"/>
          </ac:spMkLst>
        </pc:spChg>
        <pc:spChg chg="mod">
          <ac:chgData name="Lucas Lazaroiu" userId="4b485211cea7a382" providerId="LiveId" clId="{5695F439-CF2F-429C-8F30-E378CEDDF8E5}" dt="2026-01-18T20:42:31.389" v="4032" actId="14100"/>
          <ac:spMkLst>
            <pc:docMk/>
            <pc:sldMk cId="610886381" sldId="256"/>
            <ac:spMk id="3" creationId="{35E84DF3-AD19-59C8-B696-D3654C74D38B}"/>
          </ac:spMkLst>
        </pc:spChg>
        <pc:spChg chg="add mod">
          <ac:chgData name="Lucas Lazaroiu" userId="4b485211cea7a382" providerId="LiveId" clId="{5695F439-CF2F-429C-8F30-E378CEDDF8E5}" dt="2026-01-18T20:29:20.525" v="4025" actId="1076"/>
          <ac:spMkLst>
            <pc:docMk/>
            <pc:sldMk cId="610886381" sldId="256"/>
            <ac:spMk id="5" creationId="{EA25C0FF-CD21-36B0-C520-C2AC9E03848F}"/>
          </ac:spMkLst>
        </pc:spChg>
        <pc:spChg chg="add del">
          <ac:chgData name="Lucas Lazaroiu" userId="4b485211cea7a382" providerId="LiveId" clId="{5695F439-CF2F-429C-8F30-E378CEDDF8E5}" dt="2026-01-18T18:51:13.446" v="98" actId="26606"/>
          <ac:spMkLst>
            <pc:docMk/>
            <pc:sldMk cId="610886381" sldId="256"/>
            <ac:spMk id="9" creationId="{33E93247-6229-44AB-A550-739E971E690B}"/>
          </ac:spMkLst>
        </pc:spChg>
        <pc:spChg chg="add del">
          <ac:chgData name="Lucas Lazaroiu" userId="4b485211cea7a382" providerId="LiveId" clId="{5695F439-CF2F-429C-8F30-E378CEDDF8E5}" dt="2026-01-18T18:51:13.446" v="98" actId="26606"/>
          <ac:spMkLst>
            <pc:docMk/>
            <pc:sldMk cId="610886381" sldId="256"/>
            <ac:spMk id="11" creationId="{AAB476BF-4EE2-5243-CABB-6CC72C39BF52}"/>
          </ac:spMkLst>
        </pc:spChg>
        <pc:spChg chg="add del">
          <ac:chgData name="Lucas Lazaroiu" userId="4b485211cea7a382" providerId="LiveId" clId="{5695F439-CF2F-429C-8F30-E378CEDDF8E5}" dt="2026-01-18T18:51:13.446" v="98" actId="26606"/>
          <ac:spMkLst>
            <pc:docMk/>
            <pc:sldMk cId="610886381" sldId="256"/>
            <ac:spMk id="13" creationId="{20D28EA4-6F96-F7C6-1D07-5BA5C27387EC}"/>
          </ac:spMkLst>
        </pc:spChg>
        <pc:spChg chg="add del">
          <ac:chgData name="Lucas Lazaroiu" userId="4b485211cea7a382" providerId="LiveId" clId="{5695F439-CF2F-429C-8F30-E378CEDDF8E5}" dt="2026-01-18T18:51:13.446" v="98" actId="26606"/>
          <ac:spMkLst>
            <pc:docMk/>
            <pc:sldMk cId="610886381" sldId="256"/>
            <ac:spMk id="15" creationId="{FDFF93C5-0576-D227-80A7-4CFBA8791AE4}"/>
          </ac:spMkLst>
        </pc:spChg>
        <pc:spChg chg="add del">
          <ac:chgData name="Lucas Lazaroiu" userId="4b485211cea7a382" providerId="LiveId" clId="{5695F439-CF2F-429C-8F30-E378CEDDF8E5}" dt="2026-01-18T18:51:17.168" v="102" actId="26606"/>
          <ac:spMkLst>
            <pc:docMk/>
            <pc:sldMk cId="610886381" sldId="256"/>
            <ac:spMk id="17" creationId="{19F9BF86-FE94-4517-B97D-026C7515E589}"/>
          </ac:spMkLst>
        </pc:spChg>
        <pc:spChg chg="add del">
          <ac:chgData name="Lucas Lazaroiu" userId="4b485211cea7a382" providerId="LiveId" clId="{5695F439-CF2F-429C-8F30-E378CEDDF8E5}" dt="2026-01-18T18:51:17.168" v="102" actId="26606"/>
          <ac:spMkLst>
            <pc:docMk/>
            <pc:sldMk cId="610886381" sldId="256"/>
            <ac:spMk id="19" creationId="{122AB34F-E75C-451A-8410-05B6C249E9D3}"/>
          </ac:spMkLst>
        </pc:spChg>
        <pc:spChg chg="add">
          <ac:chgData name="Lucas Lazaroiu" userId="4b485211cea7a382" providerId="LiveId" clId="{5695F439-CF2F-429C-8F30-E378CEDDF8E5}" dt="2026-01-18T18:51:17.200" v="103" actId="26606"/>
          <ac:spMkLst>
            <pc:docMk/>
            <pc:sldMk cId="610886381" sldId="256"/>
            <ac:spMk id="22" creationId="{33E93247-6229-44AB-A550-739E971E690B}"/>
          </ac:spMkLst>
        </pc:spChg>
        <pc:picChg chg="add del">
          <ac:chgData name="Lucas Lazaroiu" userId="4b485211cea7a382" providerId="LiveId" clId="{5695F439-CF2F-429C-8F30-E378CEDDF8E5}" dt="2026-01-18T18:51:13.446" v="98" actId="26606"/>
          <ac:picMkLst>
            <pc:docMk/>
            <pc:sldMk cId="610886381" sldId="256"/>
            <ac:picMk id="4" creationId="{2EE52CEA-AEE9-6DA1-7EC8-44D8D55919F0}"/>
          </ac:picMkLst>
        </pc:picChg>
        <pc:picChg chg="add del">
          <ac:chgData name="Lucas Lazaroiu" userId="4b485211cea7a382" providerId="LiveId" clId="{5695F439-CF2F-429C-8F30-E378CEDDF8E5}" dt="2026-01-18T18:51:17.168" v="102" actId="26606"/>
          <ac:picMkLst>
            <pc:docMk/>
            <pc:sldMk cId="610886381" sldId="256"/>
            <ac:picMk id="18" creationId="{0F9E945E-0E39-58CF-1C9D-7ACC155EA319}"/>
          </ac:picMkLst>
        </pc:picChg>
        <pc:picChg chg="add mod">
          <ac:chgData name="Lucas Lazaroiu" userId="4b485211cea7a382" providerId="LiveId" clId="{5695F439-CF2F-429C-8F30-E378CEDDF8E5}" dt="2026-01-18T18:51:24.862" v="104" actId="27614"/>
          <ac:picMkLst>
            <pc:docMk/>
            <pc:sldMk cId="610886381" sldId="256"/>
            <ac:picMk id="24" creationId="{A22C9E7F-989B-F643-7A5B-C6B4A7FC5DF9}"/>
          </ac:picMkLst>
        </pc:picChg>
        <pc:picChg chg="add mod">
          <ac:chgData name="Lucas Lazaroiu" userId="4b485211cea7a382" providerId="LiveId" clId="{5695F439-CF2F-429C-8F30-E378CEDDF8E5}" dt="2026-01-18T20:29:44.036" v="4030" actId="1076"/>
          <ac:picMkLst>
            <pc:docMk/>
            <pc:sldMk cId="610886381" sldId="256"/>
            <ac:picMk id="10242" creationId="{315203C4-0AC1-ECF6-B99A-943567F087E7}"/>
          </ac:picMkLst>
        </pc:picChg>
        <pc:cxnChg chg="add del">
          <ac:chgData name="Lucas Lazaroiu" userId="4b485211cea7a382" providerId="LiveId" clId="{5695F439-CF2F-429C-8F30-E378CEDDF8E5}" dt="2026-01-18T18:51:17.168" v="102" actId="26606"/>
          <ac:cxnSpMkLst>
            <pc:docMk/>
            <pc:sldMk cId="610886381" sldId="256"/>
            <ac:cxnSpMk id="20" creationId="{97CC2FE6-3AD0-4131-B4BC-1F4D65E25E13}"/>
          </ac:cxnSpMkLst>
        </pc:cxnChg>
        <pc:cxnChg chg="add">
          <ac:chgData name="Lucas Lazaroiu" userId="4b485211cea7a382" providerId="LiveId" clId="{5695F439-CF2F-429C-8F30-E378CEDDF8E5}" dt="2026-01-18T18:51:17.200" v="103" actId="26606"/>
          <ac:cxnSpMkLst>
            <pc:docMk/>
            <pc:sldMk cId="610886381" sldId="256"/>
            <ac:cxnSpMk id="23" creationId="{EE2E603F-4A95-4FE8-BB06-211DFD75DBEF}"/>
          </ac:cxnSpMkLst>
        </pc:cxnChg>
      </pc:sldChg>
      <pc:sldChg chg="addSp modSp new mod modNotesTx">
        <pc:chgData name="Lucas Lazaroiu" userId="4b485211cea7a382" providerId="LiveId" clId="{5695F439-CF2F-429C-8F30-E378CEDDF8E5}" dt="2026-01-18T20:46:07.049" v="4526" actId="20577"/>
        <pc:sldMkLst>
          <pc:docMk/>
          <pc:sldMk cId="165481690" sldId="257"/>
        </pc:sldMkLst>
        <pc:spChg chg="mod">
          <ac:chgData name="Lucas Lazaroiu" userId="4b485211cea7a382" providerId="LiveId" clId="{5695F439-CF2F-429C-8F30-E378CEDDF8E5}" dt="2026-01-18T18:52:10.593" v="137" actId="20577"/>
          <ac:spMkLst>
            <pc:docMk/>
            <pc:sldMk cId="165481690" sldId="257"/>
            <ac:spMk id="2" creationId="{5E908E13-1563-5464-3703-B5368A3E906F}"/>
          </ac:spMkLst>
        </pc:spChg>
        <pc:spChg chg="mod">
          <ac:chgData name="Lucas Lazaroiu" userId="4b485211cea7a382" providerId="LiveId" clId="{5695F439-CF2F-429C-8F30-E378CEDDF8E5}" dt="2026-01-18T18:58:34.879" v="467" actId="14100"/>
          <ac:spMkLst>
            <pc:docMk/>
            <pc:sldMk cId="165481690" sldId="257"/>
            <ac:spMk id="3" creationId="{FE408EAE-D10D-0C96-D4D0-6C62568D4F1C}"/>
          </ac:spMkLst>
        </pc:spChg>
        <pc:picChg chg="mod">
          <ac:chgData name="Lucas Lazaroiu" userId="4b485211cea7a382" providerId="LiveId" clId="{5695F439-CF2F-429C-8F30-E378CEDDF8E5}" dt="2026-01-18T18:57:24.625" v="452" actId="1076"/>
          <ac:picMkLst>
            <pc:docMk/>
            <pc:sldMk cId="165481690" sldId="257"/>
            <ac:picMk id="4" creationId="{CD148E20-BC3C-1A25-DD35-3EA1EF156787}"/>
          </ac:picMkLst>
        </pc:picChg>
        <pc:picChg chg="mod">
          <ac:chgData name="Lucas Lazaroiu" userId="4b485211cea7a382" providerId="LiveId" clId="{5695F439-CF2F-429C-8F30-E378CEDDF8E5}" dt="2026-01-18T18:57:47.709" v="455" actId="1076"/>
          <ac:picMkLst>
            <pc:docMk/>
            <pc:sldMk cId="165481690" sldId="257"/>
            <ac:picMk id="5" creationId="{6AD1DCCF-8F69-5DA2-F4CE-E052A44AE7DF}"/>
          </ac:picMkLst>
        </pc:picChg>
        <pc:picChg chg="mod">
          <ac:chgData name="Lucas Lazaroiu" userId="4b485211cea7a382" providerId="LiveId" clId="{5695F439-CF2F-429C-8F30-E378CEDDF8E5}" dt="2026-01-18T18:58:38.925" v="469" actId="1076"/>
          <ac:picMkLst>
            <pc:docMk/>
            <pc:sldMk cId="165481690" sldId="257"/>
            <ac:picMk id="6" creationId="{2D415E47-B07F-3D0C-C380-EBA4445A0D92}"/>
          </ac:picMkLst>
        </pc:picChg>
        <pc:picChg chg="add mod">
          <ac:chgData name="Lucas Lazaroiu" userId="4b485211cea7a382" providerId="LiveId" clId="{5695F439-CF2F-429C-8F30-E378CEDDF8E5}" dt="2026-01-18T18:58:01.949" v="457" actId="1076"/>
          <ac:picMkLst>
            <pc:docMk/>
            <pc:sldMk cId="165481690" sldId="257"/>
            <ac:picMk id="1026" creationId="{22ACE11C-4DCC-36A6-4CDB-6BB16804A647}"/>
          </ac:picMkLst>
        </pc:picChg>
      </pc:sldChg>
      <pc:sldChg chg="addSp modSp new mod modNotesTx">
        <pc:chgData name="Lucas Lazaroiu" userId="4b485211cea7a382" providerId="LiveId" clId="{5695F439-CF2F-429C-8F30-E378CEDDF8E5}" dt="2026-01-18T20:49:30.768" v="5053" actId="20577"/>
        <pc:sldMkLst>
          <pc:docMk/>
          <pc:sldMk cId="2269658059" sldId="258"/>
        </pc:sldMkLst>
        <pc:spChg chg="mod">
          <ac:chgData name="Lucas Lazaroiu" userId="4b485211cea7a382" providerId="LiveId" clId="{5695F439-CF2F-429C-8F30-E378CEDDF8E5}" dt="2026-01-18T18:59:14.413" v="514" actId="20577"/>
          <ac:spMkLst>
            <pc:docMk/>
            <pc:sldMk cId="2269658059" sldId="258"/>
            <ac:spMk id="2" creationId="{4C25A863-E95E-CAD4-8945-261274AD089C}"/>
          </ac:spMkLst>
        </pc:spChg>
        <pc:spChg chg="mod">
          <ac:chgData name="Lucas Lazaroiu" userId="4b485211cea7a382" providerId="LiveId" clId="{5695F439-CF2F-429C-8F30-E378CEDDF8E5}" dt="2026-01-18T19:00:14.059" v="649" actId="20577"/>
          <ac:spMkLst>
            <pc:docMk/>
            <pc:sldMk cId="2269658059" sldId="258"/>
            <ac:spMk id="3" creationId="{72807650-9441-B93D-1BEF-71970610634E}"/>
          </ac:spMkLst>
        </pc:spChg>
        <pc:picChg chg="add mod">
          <ac:chgData name="Lucas Lazaroiu" userId="4b485211cea7a382" providerId="LiveId" clId="{5695F439-CF2F-429C-8F30-E378CEDDF8E5}" dt="2026-01-18T19:02:41.347" v="663" actId="1076"/>
          <ac:picMkLst>
            <pc:docMk/>
            <pc:sldMk cId="2269658059" sldId="258"/>
            <ac:picMk id="2050" creationId="{761A6D18-0E59-5B1D-F157-7054040FEA24}"/>
          </ac:picMkLst>
        </pc:picChg>
        <pc:picChg chg="add mod">
          <ac:chgData name="Lucas Lazaroiu" userId="4b485211cea7a382" providerId="LiveId" clId="{5695F439-CF2F-429C-8F30-E378CEDDF8E5}" dt="2026-01-18T19:02:44.156" v="665" actId="1076"/>
          <ac:picMkLst>
            <pc:docMk/>
            <pc:sldMk cId="2269658059" sldId="258"/>
            <ac:picMk id="2052" creationId="{05B97B4B-6E58-9CE6-5951-CF8625DCBA99}"/>
          </ac:picMkLst>
        </pc:picChg>
        <pc:picChg chg="add mod">
          <ac:chgData name="Lucas Lazaroiu" userId="4b485211cea7a382" providerId="LiveId" clId="{5695F439-CF2F-429C-8F30-E378CEDDF8E5}" dt="2026-01-18T19:03:16.305" v="669" actId="1076"/>
          <ac:picMkLst>
            <pc:docMk/>
            <pc:sldMk cId="2269658059" sldId="258"/>
            <ac:picMk id="2054" creationId="{E1419ED4-AD9E-72DD-15E4-19BED0A81073}"/>
          </ac:picMkLst>
        </pc:picChg>
        <pc:picChg chg="add mod">
          <ac:chgData name="Lucas Lazaroiu" userId="4b485211cea7a382" providerId="LiveId" clId="{5695F439-CF2F-429C-8F30-E378CEDDF8E5}" dt="2026-01-18T19:03:30.545" v="673" actId="1076"/>
          <ac:picMkLst>
            <pc:docMk/>
            <pc:sldMk cId="2269658059" sldId="258"/>
            <ac:picMk id="2056" creationId="{3E4F2AAF-FE11-F03F-0693-AE31A91E7F93}"/>
          </ac:picMkLst>
        </pc:picChg>
      </pc:sldChg>
      <pc:sldChg chg="addSp modSp new mod modNotesTx">
        <pc:chgData name="Lucas Lazaroiu" userId="4b485211cea7a382" providerId="LiveId" clId="{5695F439-CF2F-429C-8F30-E378CEDDF8E5}" dt="2026-01-18T20:53:56.216" v="5635" actId="20577"/>
        <pc:sldMkLst>
          <pc:docMk/>
          <pc:sldMk cId="1372566254" sldId="259"/>
        </pc:sldMkLst>
        <pc:spChg chg="mod">
          <ac:chgData name="Lucas Lazaroiu" userId="4b485211cea7a382" providerId="LiveId" clId="{5695F439-CF2F-429C-8F30-E378CEDDF8E5}" dt="2026-01-18T19:05:16.537" v="702" actId="20577"/>
          <ac:spMkLst>
            <pc:docMk/>
            <pc:sldMk cId="1372566254" sldId="259"/>
            <ac:spMk id="2" creationId="{A60F2224-6D4E-144C-BC9E-7E77C29D3CFC}"/>
          </ac:spMkLst>
        </pc:spChg>
        <pc:spChg chg="mod">
          <ac:chgData name="Lucas Lazaroiu" userId="4b485211cea7a382" providerId="LiveId" clId="{5695F439-CF2F-429C-8F30-E378CEDDF8E5}" dt="2026-01-18T19:09:20.313" v="1134" actId="113"/>
          <ac:spMkLst>
            <pc:docMk/>
            <pc:sldMk cId="1372566254" sldId="259"/>
            <ac:spMk id="3" creationId="{AEC78F9F-3DD3-52D8-58B0-E7C91BD44AAF}"/>
          </ac:spMkLst>
        </pc:spChg>
        <pc:picChg chg="add mod">
          <ac:chgData name="Lucas Lazaroiu" userId="4b485211cea7a382" providerId="LiveId" clId="{5695F439-CF2F-429C-8F30-E378CEDDF8E5}" dt="2026-01-18T19:10:11.870" v="1137" actId="1076"/>
          <ac:picMkLst>
            <pc:docMk/>
            <pc:sldMk cId="1372566254" sldId="259"/>
            <ac:picMk id="3074" creationId="{095AD163-B61F-151D-C21C-CD72EEA4D19B}"/>
          </ac:picMkLst>
        </pc:picChg>
        <pc:picChg chg="add mod">
          <ac:chgData name="Lucas Lazaroiu" userId="4b485211cea7a382" providerId="LiveId" clId="{5695F439-CF2F-429C-8F30-E378CEDDF8E5}" dt="2026-01-18T19:10:35.139" v="1140" actId="1076"/>
          <ac:picMkLst>
            <pc:docMk/>
            <pc:sldMk cId="1372566254" sldId="259"/>
            <ac:picMk id="3076" creationId="{7C57D05E-A29B-5275-7440-0C0247BD50C4}"/>
          </ac:picMkLst>
        </pc:picChg>
      </pc:sldChg>
      <pc:sldChg chg="addSp delSp modSp new mod modNotesTx">
        <pc:chgData name="Lucas Lazaroiu" userId="4b485211cea7a382" providerId="LiveId" clId="{5695F439-CF2F-429C-8F30-E378CEDDF8E5}" dt="2026-01-18T21:20:33.604" v="6101" actId="20577"/>
        <pc:sldMkLst>
          <pc:docMk/>
          <pc:sldMk cId="707387721" sldId="260"/>
        </pc:sldMkLst>
        <pc:spChg chg="mod">
          <ac:chgData name="Lucas Lazaroiu" userId="4b485211cea7a382" providerId="LiveId" clId="{5695F439-CF2F-429C-8F30-E378CEDDF8E5}" dt="2026-01-18T19:22:06.450" v="1576" actId="14100"/>
          <ac:spMkLst>
            <pc:docMk/>
            <pc:sldMk cId="707387721" sldId="260"/>
            <ac:spMk id="2" creationId="{ADE643C9-F3C6-3133-3244-4D87B67F8C75}"/>
          </ac:spMkLst>
        </pc:spChg>
        <pc:spChg chg="mod">
          <ac:chgData name="Lucas Lazaroiu" userId="4b485211cea7a382" providerId="LiveId" clId="{5695F439-CF2F-429C-8F30-E378CEDDF8E5}" dt="2026-01-18T19:23:22.793" v="1596" actId="14100"/>
          <ac:spMkLst>
            <pc:docMk/>
            <pc:sldMk cId="707387721" sldId="260"/>
            <ac:spMk id="3" creationId="{881B4C30-4D96-B82C-90D5-9CAA8B0F824F}"/>
          </ac:spMkLst>
        </pc:spChg>
        <pc:spChg chg="add mod">
          <ac:chgData name="Lucas Lazaroiu" userId="4b485211cea7a382" providerId="LiveId" clId="{5695F439-CF2F-429C-8F30-E378CEDDF8E5}" dt="2026-01-18T19:21:08.951" v="1520" actId="1076"/>
          <ac:spMkLst>
            <pc:docMk/>
            <pc:sldMk cId="707387721" sldId="260"/>
            <ac:spMk id="4" creationId="{E001331F-AB82-02A0-CFE4-A15286A941D3}"/>
          </ac:spMkLst>
        </pc:spChg>
        <pc:spChg chg="add mod">
          <ac:chgData name="Lucas Lazaroiu" userId="4b485211cea7a382" providerId="LiveId" clId="{5695F439-CF2F-429C-8F30-E378CEDDF8E5}" dt="2026-01-18T19:21:11.055" v="1522" actId="368"/>
          <ac:spMkLst>
            <pc:docMk/>
            <pc:sldMk cId="707387721" sldId="260"/>
            <ac:spMk id="5" creationId="{D2FEF487-796F-9376-4468-F8FF04A146FF}"/>
          </ac:spMkLst>
        </pc:spChg>
        <pc:spChg chg="add mod">
          <ac:chgData name="Lucas Lazaroiu" userId="4b485211cea7a382" providerId="LiveId" clId="{5695F439-CF2F-429C-8F30-E378CEDDF8E5}" dt="2026-01-18T19:21:22.190" v="1525" actId="1076"/>
          <ac:spMkLst>
            <pc:docMk/>
            <pc:sldMk cId="707387721" sldId="260"/>
            <ac:spMk id="6" creationId="{407F5B6F-1990-D9CA-F391-1BB9F906878E}"/>
          </ac:spMkLst>
        </pc:spChg>
        <pc:spChg chg="add mod">
          <ac:chgData name="Lucas Lazaroiu" userId="4b485211cea7a382" providerId="LiveId" clId="{5695F439-CF2F-429C-8F30-E378CEDDF8E5}" dt="2026-01-18T19:21:30.217" v="1567" actId="1035"/>
          <ac:spMkLst>
            <pc:docMk/>
            <pc:sldMk cId="707387721" sldId="260"/>
            <ac:spMk id="7" creationId="{0675659F-DC89-AC48-63F1-97A184B5F0BA}"/>
          </ac:spMkLst>
        </pc:spChg>
        <pc:spChg chg="add">
          <ac:chgData name="Lucas Lazaroiu" userId="4b485211cea7a382" providerId="LiveId" clId="{5695F439-CF2F-429C-8F30-E378CEDDF8E5}" dt="2026-01-18T19:21:43.077" v="1568"/>
          <ac:spMkLst>
            <pc:docMk/>
            <pc:sldMk cId="707387721" sldId="260"/>
            <ac:spMk id="8" creationId="{CC25A374-CB47-6E72-D766-B4D0BF88C502}"/>
          </ac:spMkLst>
        </pc:spChg>
        <pc:spChg chg="add mod">
          <ac:chgData name="Lucas Lazaroiu" userId="4b485211cea7a382" providerId="LiveId" clId="{5695F439-CF2F-429C-8F30-E378CEDDF8E5}" dt="2026-01-18T19:21:47.086" v="1570"/>
          <ac:spMkLst>
            <pc:docMk/>
            <pc:sldMk cId="707387721" sldId="260"/>
            <ac:spMk id="9" creationId="{CD483EC1-CBF2-740E-36F4-A3FF2A3BE4D3}"/>
          </ac:spMkLst>
        </pc:spChg>
        <pc:spChg chg="add">
          <ac:chgData name="Lucas Lazaroiu" userId="4b485211cea7a382" providerId="LiveId" clId="{5695F439-CF2F-429C-8F30-E378CEDDF8E5}" dt="2026-01-18T19:23:12.768" v="1592"/>
          <ac:spMkLst>
            <pc:docMk/>
            <pc:sldMk cId="707387721" sldId="260"/>
            <ac:spMk id="11" creationId="{C4D11AA0-B061-A6EA-35A1-E099C361E985}"/>
          </ac:spMkLst>
        </pc:spChg>
        <pc:spChg chg="add">
          <ac:chgData name="Lucas Lazaroiu" userId="4b485211cea7a382" providerId="LiveId" clId="{5695F439-CF2F-429C-8F30-E378CEDDF8E5}" dt="2026-01-18T19:23:14.914" v="1593"/>
          <ac:spMkLst>
            <pc:docMk/>
            <pc:sldMk cId="707387721" sldId="260"/>
            <ac:spMk id="12" creationId="{B68FE934-7580-BA7F-5FAE-CC4C0A28B62C}"/>
          </ac:spMkLst>
        </pc:spChg>
        <pc:spChg chg="add mod">
          <ac:chgData name="Lucas Lazaroiu" userId="4b485211cea7a382" providerId="LiveId" clId="{5695F439-CF2F-429C-8F30-E378CEDDF8E5}" dt="2026-01-18T19:23:22.793" v="1596" actId="14100"/>
          <ac:spMkLst>
            <pc:docMk/>
            <pc:sldMk cId="707387721" sldId="260"/>
            <ac:spMk id="13" creationId="{59C01FD7-B714-20DB-4F69-AA7B73F0E891}"/>
          </ac:spMkLst>
        </pc:spChg>
        <pc:spChg chg="add mod">
          <ac:chgData name="Lucas Lazaroiu" userId="4b485211cea7a382" providerId="LiveId" clId="{5695F439-CF2F-429C-8F30-E378CEDDF8E5}" dt="2026-01-18T19:23:29.316" v="1599" actId="1076"/>
          <ac:spMkLst>
            <pc:docMk/>
            <pc:sldMk cId="707387721" sldId="260"/>
            <ac:spMk id="14" creationId="{B762D4DC-3857-17D3-BE3D-3DD2930BE59E}"/>
          </ac:spMkLst>
        </pc:spChg>
        <pc:spChg chg="add">
          <ac:chgData name="Lucas Lazaroiu" userId="4b485211cea7a382" providerId="LiveId" clId="{5695F439-CF2F-429C-8F30-E378CEDDF8E5}" dt="2026-01-18T19:23:36.732" v="1600"/>
          <ac:spMkLst>
            <pc:docMk/>
            <pc:sldMk cId="707387721" sldId="260"/>
            <ac:spMk id="15" creationId="{918ED6DE-BB08-C46C-94CF-302B558F44EA}"/>
          </ac:spMkLst>
        </pc:spChg>
        <pc:picChg chg="mod">
          <ac:chgData name="Lucas Lazaroiu" userId="4b485211cea7a382" providerId="LiveId" clId="{5695F439-CF2F-429C-8F30-E378CEDDF8E5}" dt="2026-01-18T19:22:54.103" v="1591" actId="1076"/>
          <ac:picMkLst>
            <pc:docMk/>
            <pc:sldMk cId="707387721" sldId="260"/>
            <ac:picMk id="10" creationId="{66F48245-0C83-D312-6CEE-EC10AF4A5DB0}"/>
          </ac:picMkLst>
        </pc:picChg>
        <pc:picChg chg="add del mod">
          <ac:chgData name="Lucas Lazaroiu" userId="4b485211cea7a382" providerId="LiveId" clId="{5695F439-CF2F-429C-8F30-E378CEDDF8E5}" dt="2026-01-18T19:22:25.628" v="1583" actId="478"/>
          <ac:picMkLst>
            <pc:docMk/>
            <pc:sldMk cId="707387721" sldId="260"/>
            <ac:picMk id="4110" creationId="{7F99BEC4-D317-6D40-7D05-5722633CED83}"/>
          </ac:picMkLst>
        </pc:picChg>
        <pc:picChg chg="add mod">
          <ac:chgData name="Lucas Lazaroiu" userId="4b485211cea7a382" providerId="LiveId" clId="{5695F439-CF2F-429C-8F30-E378CEDDF8E5}" dt="2026-01-18T19:22:34.162" v="1588" actId="1076"/>
          <ac:picMkLst>
            <pc:docMk/>
            <pc:sldMk cId="707387721" sldId="260"/>
            <ac:picMk id="4112" creationId="{DB433342-6470-2D3B-F6B3-D570A44385DF}"/>
          </ac:picMkLst>
        </pc:picChg>
        <pc:picChg chg="add mod">
          <ac:chgData name="Lucas Lazaroiu" userId="4b485211cea7a382" providerId="LiveId" clId="{5695F439-CF2F-429C-8F30-E378CEDDF8E5}" dt="2026-01-18T19:23:45.671" v="1603" actId="1076"/>
          <ac:picMkLst>
            <pc:docMk/>
            <pc:sldMk cId="707387721" sldId="260"/>
            <ac:picMk id="4124" creationId="{097E6464-67E3-CC7F-9B3F-D579E12DC117}"/>
          </ac:picMkLst>
        </pc:picChg>
        <pc:picChg chg="add mod">
          <ac:chgData name="Lucas Lazaroiu" userId="4b485211cea7a382" providerId="LiveId" clId="{5695F439-CF2F-429C-8F30-E378CEDDF8E5}" dt="2026-01-18T19:24:02.497" v="1607" actId="1076"/>
          <ac:picMkLst>
            <pc:docMk/>
            <pc:sldMk cId="707387721" sldId="260"/>
            <ac:picMk id="4126" creationId="{1830CC80-5D7D-5F6B-98E6-B331431E96D8}"/>
          </ac:picMkLst>
        </pc:picChg>
      </pc:sldChg>
      <pc:sldChg chg="addSp delSp modSp new mod modNotesTx">
        <pc:chgData name="Lucas Lazaroiu" userId="4b485211cea7a382" providerId="LiveId" clId="{5695F439-CF2F-429C-8F30-E378CEDDF8E5}" dt="2026-01-18T22:03:53.107" v="9221" actId="20577"/>
        <pc:sldMkLst>
          <pc:docMk/>
          <pc:sldMk cId="2931835240" sldId="261"/>
        </pc:sldMkLst>
        <pc:spChg chg="mod">
          <ac:chgData name="Lucas Lazaroiu" userId="4b485211cea7a382" providerId="LiveId" clId="{5695F439-CF2F-429C-8F30-E378CEDDF8E5}" dt="2026-01-18T19:27:21.828" v="1733" actId="27636"/>
          <ac:spMkLst>
            <pc:docMk/>
            <pc:sldMk cId="2931835240" sldId="261"/>
            <ac:spMk id="2" creationId="{6325BEF9-FEAD-E9F2-2F05-934280496B0A}"/>
          </ac:spMkLst>
        </pc:spChg>
        <pc:spChg chg="del">
          <ac:chgData name="Lucas Lazaroiu" userId="4b485211cea7a382" providerId="LiveId" clId="{5695F439-CF2F-429C-8F30-E378CEDDF8E5}" dt="2026-01-18T19:26:06.684" v="1666"/>
          <ac:spMkLst>
            <pc:docMk/>
            <pc:sldMk cId="2931835240" sldId="261"/>
            <ac:spMk id="3" creationId="{DB32F92F-E2B4-0BEB-D5EC-7B4FBBD231BD}"/>
          </ac:spMkLst>
        </pc:spChg>
        <pc:picChg chg="add mod">
          <ac:chgData name="Lucas Lazaroiu" userId="4b485211cea7a382" providerId="LiveId" clId="{5695F439-CF2F-429C-8F30-E378CEDDF8E5}" dt="2026-01-18T19:26:17.505" v="1669" actId="1076"/>
          <ac:picMkLst>
            <pc:docMk/>
            <pc:sldMk cId="2931835240" sldId="261"/>
            <ac:picMk id="5" creationId="{6F595D59-8B0D-4384-93CC-BC4C7CA35D59}"/>
          </ac:picMkLst>
        </pc:picChg>
      </pc:sldChg>
      <pc:sldChg chg="addSp modSp new mod modNotesTx">
        <pc:chgData name="Lucas Lazaroiu" userId="4b485211cea7a382" providerId="LiveId" clId="{5695F439-CF2F-429C-8F30-E378CEDDF8E5}" dt="2026-01-18T22:08:27.069" v="9776" actId="20577"/>
        <pc:sldMkLst>
          <pc:docMk/>
          <pc:sldMk cId="370664209" sldId="262"/>
        </pc:sldMkLst>
        <pc:spChg chg="mod">
          <ac:chgData name="Lucas Lazaroiu" userId="4b485211cea7a382" providerId="LiveId" clId="{5695F439-CF2F-429C-8F30-E378CEDDF8E5}" dt="2026-01-18T19:29:59.978" v="1779" actId="20577"/>
          <ac:spMkLst>
            <pc:docMk/>
            <pc:sldMk cId="370664209" sldId="262"/>
            <ac:spMk id="2" creationId="{0E109EFE-F062-C22E-0D35-B7EA8DE2D506}"/>
          </ac:spMkLst>
        </pc:spChg>
        <pc:spChg chg="mod">
          <ac:chgData name="Lucas Lazaroiu" userId="4b485211cea7a382" providerId="LiveId" clId="{5695F439-CF2F-429C-8F30-E378CEDDF8E5}" dt="2026-01-18T19:34:10.924" v="1821" actId="20577"/>
          <ac:spMkLst>
            <pc:docMk/>
            <pc:sldMk cId="370664209" sldId="262"/>
            <ac:spMk id="3" creationId="{3034B7AE-36CC-1D3B-2B5C-E3F4F5532C48}"/>
          </ac:spMkLst>
        </pc:spChg>
        <pc:picChg chg="add mod">
          <ac:chgData name="Lucas Lazaroiu" userId="4b485211cea7a382" providerId="LiveId" clId="{5695F439-CF2F-429C-8F30-E378CEDDF8E5}" dt="2026-01-18T19:33:59.392" v="1818" actId="1076"/>
          <ac:picMkLst>
            <pc:docMk/>
            <pc:sldMk cId="370664209" sldId="262"/>
            <ac:picMk id="5" creationId="{7A2421E5-065C-F530-93FC-6D3DDFADB147}"/>
          </ac:picMkLst>
        </pc:picChg>
        <pc:picChg chg="add mod">
          <ac:chgData name="Lucas Lazaroiu" userId="4b485211cea7a382" providerId="LiveId" clId="{5695F439-CF2F-429C-8F30-E378CEDDF8E5}" dt="2026-01-18T19:34:39.472" v="1826" actId="1076"/>
          <ac:picMkLst>
            <pc:docMk/>
            <pc:sldMk cId="370664209" sldId="262"/>
            <ac:picMk id="7" creationId="{99619EEB-A796-5180-C89A-A1644804A1C7}"/>
          </ac:picMkLst>
        </pc:picChg>
      </pc:sldChg>
      <pc:sldChg chg="addSp delSp modSp new mod modNotesTx">
        <pc:chgData name="Lucas Lazaroiu" userId="4b485211cea7a382" providerId="LiveId" clId="{5695F439-CF2F-429C-8F30-E378CEDDF8E5}" dt="2026-01-18T21:25:57.856" v="7067" actId="20577"/>
        <pc:sldMkLst>
          <pc:docMk/>
          <pc:sldMk cId="650887031" sldId="263"/>
        </pc:sldMkLst>
        <pc:spChg chg="mod">
          <ac:chgData name="Lucas Lazaroiu" userId="4b485211cea7a382" providerId="LiveId" clId="{5695F439-CF2F-429C-8F30-E378CEDDF8E5}" dt="2026-01-18T19:38:04.233" v="1865" actId="20577"/>
          <ac:spMkLst>
            <pc:docMk/>
            <pc:sldMk cId="650887031" sldId="263"/>
            <ac:spMk id="2" creationId="{53171920-96C6-86B6-DEB7-E6122C1BC1D7}"/>
          </ac:spMkLst>
        </pc:spChg>
        <pc:spChg chg="mod">
          <ac:chgData name="Lucas Lazaroiu" userId="4b485211cea7a382" providerId="LiveId" clId="{5695F439-CF2F-429C-8F30-E378CEDDF8E5}" dt="2026-01-18T19:45:24.269" v="2123" actId="20577"/>
          <ac:spMkLst>
            <pc:docMk/>
            <pc:sldMk cId="650887031" sldId="263"/>
            <ac:spMk id="3" creationId="{8439FA93-7F66-0EEA-A51D-AF211992095F}"/>
          </ac:spMkLst>
        </pc:spChg>
        <pc:spChg chg="add">
          <ac:chgData name="Lucas Lazaroiu" userId="4b485211cea7a382" providerId="LiveId" clId="{5695F439-CF2F-429C-8F30-E378CEDDF8E5}" dt="2026-01-18T19:40:06.243" v="2068"/>
          <ac:spMkLst>
            <pc:docMk/>
            <pc:sldMk cId="650887031" sldId="263"/>
            <ac:spMk id="4" creationId="{97C62B18-FF44-FAE5-9546-93FA2B6DF88A}"/>
          </ac:spMkLst>
        </pc:spChg>
        <pc:spChg chg="add">
          <ac:chgData name="Lucas Lazaroiu" userId="4b485211cea7a382" providerId="LiveId" clId="{5695F439-CF2F-429C-8F30-E378CEDDF8E5}" dt="2026-01-18T19:40:08.572" v="2069"/>
          <ac:spMkLst>
            <pc:docMk/>
            <pc:sldMk cId="650887031" sldId="263"/>
            <ac:spMk id="5" creationId="{12D7BD54-E874-0CF5-FDB4-4AA0697A3A4C}"/>
          </ac:spMkLst>
        </pc:spChg>
        <pc:spChg chg="add">
          <ac:chgData name="Lucas Lazaroiu" userId="4b485211cea7a382" providerId="LiveId" clId="{5695F439-CF2F-429C-8F30-E378CEDDF8E5}" dt="2026-01-18T19:40:14.602" v="2070"/>
          <ac:spMkLst>
            <pc:docMk/>
            <pc:sldMk cId="650887031" sldId="263"/>
            <ac:spMk id="6" creationId="{651DF941-A6FA-1404-6941-CFA878E3CC6C}"/>
          </ac:spMkLst>
        </pc:spChg>
        <pc:picChg chg="add mod">
          <ac:chgData name="Lucas Lazaroiu" userId="4b485211cea7a382" providerId="LiveId" clId="{5695F439-CF2F-429C-8F30-E378CEDDF8E5}" dt="2026-01-18T19:40:58.408" v="2077" actId="1076"/>
          <ac:picMkLst>
            <pc:docMk/>
            <pc:sldMk cId="650887031" sldId="263"/>
            <ac:picMk id="8" creationId="{74F17827-83AB-6774-C5AA-B32093BD1827}"/>
          </ac:picMkLst>
        </pc:picChg>
        <pc:picChg chg="add mod">
          <ac:chgData name="Lucas Lazaroiu" userId="4b485211cea7a382" providerId="LiveId" clId="{5695F439-CF2F-429C-8F30-E378CEDDF8E5}" dt="2026-01-18T19:41:39.777" v="2080" actId="1076"/>
          <ac:picMkLst>
            <pc:docMk/>
            <pc:sldMk cId="650887031" sldId="263"/>
            <ac:picMk id="5128" creationId="{CC1F72E2-6A5E-73FA-9312-D71EE6154ED6}"/>
          </ac:picMkLst>
        </pc:picChg>
        <pc:picChg chg="add mod">
          <ac:chgData name="Lucas Lazaroiu" userId="4b485211cea7a382" providerId="LiveId" clId="{5695F439-CF2F-429C-8F30-E378CEDDF8E5}" dt="2026-01-18T19:42:22.274" v="2083" actId="1076"/>
          <ac:picMkLst>
            <pc:docMk/>
            <pc:sldMk cId="650887031" sldId="263"/>
            <ac:picMk id="5130" creationId="{D08A45E4-B218-D7E4-5801-E91976AB8D03}"/>
          </ac:picMkLst>
        </pc:picChg>
        <pc:picChg chg="add mod">
          <ac:chgData name="Lucas Lazaroiu" userId="4b485211cea7a382" providerId="LiveId" clId="{5695F439-CF2F-429C-8F30-E378CEDDF8E5}" dt="2026-01-18T19:42:38.952" v="2087" actId="1076"/>
          <ac:picMkLst>
            <pc:docMk/>
            <pc:sldMk cId="650887031" sldId="263"/>
            <ac:picMk id="5132" creationId="{28FC2110-9B03-8C91-DB9E-C89F1D93965C}"/>
          </ac:picMkLst>
        </pc:picChg>
        <pc:picChg chg="add mod">
          <ac:chgData name="Lucas Lazaroiu" userId="4b485211cea7a382" providerId="LiveId" clId="{5695F439-CF2F-429C-8F30-E378CEDDF8E5}" dt="2026-01-18T19:45:27.551" v="2126" actId="1076"/>
          <ac:picMkLst>
            <pc:docMk/>
            <pc:sldMk cId="650887031" sldId="263"/>
            <ac:picMk id="5134" creationId="{1D71B386-0E35-0B40-D888-6B0B37EC9EDB}"/>
          </ac:picMkLst>
        </pc:picChg>
        <pc:picChg chg="add del mod">
          <ac:chgData name="Lucas Lazaroiu" userId="4b485211cea7a382" providerId="LiveId" clId="{5695F439-CF2F-429C-8F30-E378CEDDF8E5}" dt="2026-01-18T19:46:01.591" v="2127" actId="478"/>
          <ac:picMkLst>
            <pc:docMk/>
            <pc:sldMk cId="650887031" sldId="263"/>
            <ac:picMk id="5136" creationId="{4BE9B64A-8D3D-43FB-B413-074CC2FAAADF}"/>
          </ac:picMkLst>
        </pc:picChg>
        <pc:picChg chg="add mod">
          <ac:chgData name="Lucas Lazaroiu" userId="4b485211cea7a382" providerId="LiveId" clId="{5695F439-CF2F-429C-8F30-E378CEDDF8E5}" dt="2026-01-18T19:46:08.460" v="2131" actId="1076"/>
          <ac:picMkLst>
            <pc:docMk/>
            <pc:sldMk cId="650887031" sldId="263"/>
            <ac:picMk id="5138" creationId="{D5559A75-4271-3231-AFA2-33E22E882820}"/>
          </ac:picMkLst>
        </pc:picChg>
      </pc:sldChg>
      <pc:sldChg chg="addSp delSp modSp new mod modNotesTx">
        <pc:chgData name="Lucas Lazaroiu" userId="4b485211cea7a382" providerId="LiveId" clId="{5695F439-CF2F-429C-8F30-E378CEDDF8E5}" dt="2026-01-18T21:27:29.444" v="7279" actId="20577"/>
        <pc:sldMkLst>
          <pc:docMk/>
          <pc:sldMk cId="3545657949" sldId="264"/>
        </pc:sldMkLst>
        <pc:spChg chg="mod">
          <ac:chgData name="Lucas Lazaroiu" userId="4b485211cea7a382" providerId="LiveId" clId="{5695F439-CF2F-429C-8F30-E378CEDDF8E5}" dt="2026-01-18T21:26:11.745" v="7072" actId="20578"/>
          <ac:spMkLst>
            <pc:docMk/>
            <pc:sldMk cId="3545657949" sldId="264"/>
            <ac:spMk id="2" creationId="{A7C39DDC-1DEC-1A55-15C7-1F3575357313}"/>
          </ac:spMkLst>
        </pc:spChg>
        <pc:spChg chg="mod">
          <ac:chgData name="Lucas Lazaroiu" userId="4b485211cea7a382" providerId="LiveId" clId="{5695F439-CF2F-429C-8F30-E378CEDDF8E5}" dt="2026-01-18T21:26:15.173" v="7073" actId="1076"/>
          <ac:spMkLst>
            <pc:docMk/>
            <pc:sldMk cId="3545657949" sldId="264"/>
            <ac:spMk id="3" creationId="{96792AF3-BB33-733A-1A90-C92CA4098E00}"/>
          </ac:spMkLst>
        </pc:spChg>
        <pc:picChg chg="mod">
          <ac:chgData name="Lucas Lazaroiu" userId="4b485211cea7a382" providerId="LiveId" clId="{5695F439-CF2F-429C-8F30-E378CEDDF8E5}" dt="2026-01-18T21:26:20.941" v="7076" actId="1076"/>
          <ac:picMkLst>
            <pc:docMk/>
            <pc:sldMk cId="3545657949" sldId="264"/>
            <ac:picMk id="4" creationId="{45F1A9C1-E760-4DCA-84AF-0C7FE6064967}"/>
          </ac:picMkLst>
        </pc:picChg>
        <pc:picChg chg="add">
          <ac:chgData name="Lucas Lazaroiu" userId="4b485211cea7a382" providerId="LiveId" clId="{5695F439-CF2F-429C-8F30-E378CEDDF8E5}" dt="2026-01-18T19:51:34.586" v="2513"/>
          <ac:picMkLst>
            <pc:docMk/>
            <pc:sldMk cId="3545657949" sldId="264"/>
            <ac:picMk id="6146" creationId="{BCBC18AD-EB76-E374-78AF-89847F7726C3}"/>
          </ac:picMkLst>
        </pc:picChg>
        <pc:picChg chg="add del">
          <ac:chgData name="Lucas Lazaroiu" userId="4b485211cea7a382" providerId="LiveId" clId="{5695F439-CF2F-429C-8F30-E378CEDDF8E5}" dt="2026-01-18T19:52:46.287" v="2523" actId="478"/>
          <ac:picMkLst>
            <pc:docMk/>
            <pc:sldMk cId="3545657949" sldId="264"/>
            <ac:picMk id="6148" creationId="{B46C2F1E-24BD-952C-65BD-4402824D9E18}"/>
          </ac:picMkLst>
        </pc:picChg>
        <pc:picChg chg="add mod">
          <ac:chgData name="Lucas Lazaroiu" userId="4b485211cea7a382" providerId="LiveId" clId="{5695F439-CF2F-429C-8F30-E378CEDDF8E5}" dt="2026-01-18T19:52:55.589" v="2533" actId="1076"/>
          <ac:picMkLst>
            <pc:docMk/>
            <pc:sldMk cId="3545657949" sldId="264"/>
            <ac:picMk id="6150" creationId="{9F1B0262-748E-9918-EFF2-3911BB596471}"/>
          </ac:picMkLst>
        </pc:picChg>
        <pc:picChg chg="add mod">
          <ac:chgData name="Lucas Lazaroiu" userId="4b485211cea7a382" providerId="LiveId" clId="{5695F439-CF2F-429C-8F30-E378CEDDF8E5}" dt="2026-01-18T19:53:01.541" v="2540" actId="1076"/>
          <ac:picMkLst>
            <pc:docMk/>
            <pc:sldMk cId="3545657949" sldId="264"/>
            <ac:picMk id="6152" creationId="{60BC3228-1B42-5BB5-6E06-243A694A2619}"/>
          </ac:picMkLst>
        </pc:picChg>
        <pc:picChg chg="add mod">
          <ac:chgData name="Lucas Lazaroiu" userId="4b485211cea7a382" providerId="LiveId" clId="{5695F439-CF2F-429C-8F30-E378CEDDF8E5}" dt="2026-01-18T19:53:11.548" v="2547" actId="1076"/>
          <ac:picMkLst>
            <pc:docMk/>
            <pc:sldMk cId="3545657949" sldId="264"/>
            <ac:picMk id="6154" creationId="{A85C4F2D-FDB8-D034-0D3C-F4D4AC161841}"/>
          </ac:picMkLst>
        </pc:picChg>
        <pc:picChg chg="add mod">
          <ac:chgData name="Lucas Lazaroiu" userId="4b485211cea7a382" providerId="LiveId" clId="{5695F439-CF2F-429C-8F30-E378CEDDF8E5}" dt="2026-01-18T21:26:19.824" v="7075" actId="1076"/>
          <ac:picMkLst>
            <pc:docMk/>
            <pc:sldMk cId="3545657949" sldId="264"/>
            <ac:picMk id="6156" creationId="{AD747257-0E18-6017-BC05-8939745912E4}"/>
          </ac:picMkLst>
        </pc:picChg>
        <pc:picChg chg="add mod">
          <ac:chgData name="Lucas Lazaroiu" userId="4b485211cea7a382" providerId="LiveId" clId="{5695F439-CF2F-429C-8F30-E378CEDDF8E5}" dt="2026-01-18T21:26:18.135" v="7074" actId="1076"/>
          <ac:picMkLst>
            <pc:docMk/>
            <pc:sldMk cId="3545657949" sldId="264"/>
            <ac:picMk id="6158" creationId="{26BCEB1D-179F-21D6-CB48-E85662D6B590}"/>
          </ac:picMkLst>
        </pc:picChg>
      </pc:sldChg>
      <pc:sldChg chg="addSp modSp new mod modNotesTx">
        <pc:chgData name="Lucas Lazaroiu" userId="4b485211cea7a382" providerId="LiveId" clId="{5695F439-CF2F-429C-8F30-E378CEDDF8E5}" dt="2026-01-18T21:36:17.877" v="8625" actId="20577"/>
        <pc:sldMkLst>
          <pc:docMk/>
          <pc:sldMk cId="52246201" sldId="265"/>
        </pc:sldMkLst>
        <pc:spChg chg="mod">
          <ac:chgData name="Lucas Lazaroiu" userId="4b485211cea7a382" providerId="LiveId" clId="{5695F439-CF2F-429C-8F30-E378CEDDF8E5}" dt="2026-01-18T20:12:25.151" v="3292" actId="27636"/>
          <ac:spMkLst>
            <pc:docMk/>
            <pc:sldMk cId="52246201" sldId="265"/>
            <ac:spMk id="2" creationId="{E9354F99-8B05-F02C-AF55-3EBAFD0E83B7}"/>
          </ac:spMkLst>
        </pc:spChg>
        <pc:spChg chg="mod">
          <ac:chgData name="Lucas Lazaroiu" userId="4b485211cea7a382" providerId="LiveId" clId="{5695F439-CF2F-429C-8F30-E378CEDDF8E5}" dt="2026-01-18T20:16:01.664" v="3636" actId="20577"/>
          <ac:spMkLst>
            <pc:docMk/>
            <pc:sldMk cId="52246201" sldId="265"/>
            <ac:spMk id="3" creationId="{5EC75182-9ABC-EC53-9177-4ABCDFDBE125}"/>
          </ac:spMkLst>
        </pc:spChg>
        <pc:picChg chg="add mod">
          <ac:chgData name="Lucas Lazaroiu" userId="4b485211cea7a382" providerId="LiveId" clId="{5695F439-CF2F-429C-8F30-E378CEDDF8E5}" dt="2026-01-18T20:17:01.052" v="3639" actId="1076"/>
          <ac:picMkLst>
            <pc:docMk/>
            <pc:sldMk cId="52246201" sldId="265"/>
            <ac:picMk id="9218" creationId="{63489B03-B5EF-65A7-BC80-1A1E3B3BEB4C}"/>
          </ac:picMkLst>
        </pc:picChg>
        <pc:picChg chg="add mod">
          <ac:chgData name="Lucas Lazaroiu" userId="4b485211cea7a382" providerId="LiveId" clId="{5695F439-CF2F-429C-8F30-E378CEDDF8E5}" dt="2026-01-18T20:15:08.122" v="3618" actId="1076"/>
          <ac:picMkLst>
            <pc:docMk/>
            <pc:sldMk cId="52246201" sldId="265"/>
            <ac:picMk id="9220" creationId="{A67659D6-5B2E-57CE-1F53-8B24BA356D05}"/>
          </ac:picMkLst>
        </pc:picChg>
      </pc:sldChg>
      <pc:sldChg chg="new del">
        <pc:chgData name="Lucas Lazaroiu" userId="4b485211cea7a382" providerId="LiveId" clId="{5695F439-CF2F-429C-8F30-E378CEDDF8E5}" dt="2026-01-18T20:17:07.220" v="3641" actId="47"/>
        <pc:sldMkLst>
          <pc:docMk/>
          <pc:sldMk cId="1498323873" sldId="266"/>
        </pc:sldMkLst>
      </pc:sldChg>
      <pc:sldChg chg="new del">
        <pc:chgData name="Lucas Lazaroiu" userId="4b485211cea7a382" providerId="LiveId" clId="{5695F439-CF2F-429C-8F30-E378CEDDF8E5}" dt="2026-01-18T20:17:07.958" v="3642" actId="47"/>
        <pc:sldMkLst>
          <pc:docMk/>
          <pc:sldMk cId="1600111090" sldId="267"/>
        </pc:sldMkLst>
      </pc:sldChg>
      <pc:sldChg chg="new del">
        <pc:chgData name="Lucas Lazaroiu" userId="4b485211cea7a382" providerId="LiveId" clId="{5695F439-CF2F-429C-8F30-E378CEDDF8E5}" dt="2026-01-18T20:17:08.475" v="3643" actId="47"/>
        <pc:sldMkLst>
          <pc:docMk/>
          <pc:sldMk cId="479172491" sldId="268"/>
        </pc:sldMkLst>
      </pc:sldChg>
      <pc:sldChg chg="new del">
        <pc:chgData name="Lucas Lazaroiu" userId="4b485211cea7a382" providerId="LiveId" clId="{5695F439-CF2F-429C-8F30-E378CEDDF8E5}" dt="2026-01-18T20:17:09.688" v="3644" actId="47"/>
        <pc:sldMkLst>
          <pc:docMk/>
          <pc:sldMk cId="423727365" sldId="269"/>
        </pc:sldMkLst>
      </pc:sldChg>
      <pc:sldChg chg="modSp new mod">
        <pc:chgData name="Lucas Lazaroiu" userId="4b485211cea7a382" providerId="LiveId" clId="{5695F439-CF2F-429C-8F30-E378CEDDF8E5}" dt="2026-01-18T20:19:28.540" v="3793" actId="113"/>
        <pc:sldMkLst>
          <pc:docMk/>
          <pc:sldMk cId="2911427194" sldId="270"/>
        </pc:sldMkLst>
        <pc:spChg chg="mod">
          <ac:chgData name="Lucas Lazaroiu" userId="4b485211cea7a382" providerId="LiveId" clId="{5695F439-CF2F-429C-8F30-E378CEDDF8E5}" dt="2026-01-18T20:18:27.197" v="3756" actId="20577"/>
          <ac:spMkLst>
            <pc:docMk/>
            <pc:sldMk cId="2911427194" sldId="270"/>
            <ac:spMk id="2" creationId="{94CE5E23-B00C-C57A-0D5B-6B0F26272240}"/>
          </ac:spMkLst>
        </pc:spChg>
        <pc:spChg chg="mod">
          <ac:chgData name="Lucas Lazaroiu" userId="4b485211cea7a382" providerId="LiveId" clId="{5695F439-CF2F-429C-8F30-E378CEDDF8E5}" dt="2026-01-18T20:19:28.540" v="3793" actId="113"/>
          <ac:spMkLst>
            <pc:docMk/>
            <pc:sldMk cId="2911427194" sldId="270"/>
            <ac:spMk id="3" creationId="{FF951BE0-CBCC-D6B7-D679-14371012F90F}"/>
          </ac:spMkLst>
        </pc:spChg>
      </pc:sldChg>
      <pc:sldChg chg="addSp delSp modSp add mod modNotesTx">
        <pc:chgData name="Lucas Lazaroiu" userId="4b485211cea7a382" providerId="LiveId" clId="{5695F439-CF2F-429C-8F30-E378CEDDF8E5}" dt="2026-01-18T22:07:38.820" v="9708" actId="20577"/>
        <pc:sldMkLst>
          <pc:docMk/>
          <pc:sldMk cId="3416902961" sldId="271"/>
        </pc:sldMkLst>
        <pc:spChg chg="mod">
          <ac:chgData name="Lucas Lazaroiu" userId="4b485211cea7a382" providerId="LiveId" clId="{5695F439-CF2F-429C-8F30-E378CEDDF8E5}" dt="2026-01-18T19:27:56.838" v="1745" actId="20577"/>
          <ac:spMkLst>
            <pc:docMk/>
            <pc:sldMk cId="3416902961" sldId="271"/>
            <ac:spMk id="2" creationId="{F06E305E-D60D-01E1-5A63-5A8971F9A73A}"/>
          </ac:spMkLst>
        </pc:spChg>
        <pc:spChg chg="add mod">
          <ac:chgData name="Lucas Lazaroiu" userId="4b485211cea7a382" providerId="LiveId" clId="{5695F439-CF2F-429C-8F30-E378CEDDF8E5}" dt="2026-01-18T19:29:03.438" v="1746" actId="478"/>
          <ac:spMkLst>
            <pc:docMk/>
            <pc:sldMk cId="3416902961" sldId="271"/>
            <ac:spMk id="4" creationId="{7FC05502-B43C-A91D-5FDC-69F1B60B38B5}"/>
          </ac:spMkLst>
        </pc:spChg>
        <pc:picChg chg="del">
          <ac:chgData name="Lucas Lazaroiu" userId="4b485211cea7a382" providerId="LiveId" clId="{5695F439-CF2F-429C-8F30-E378CEDDF8E5}" dt="2026-01-18T19:29:03.438" v="1746" actId="478"/>
          <ac:picMkLst>
            <pc:docMk/>
            <pc:sldMk cId="3416902961" sldId="271"/>
            <ac:picMk id="5" creationId="{A3CB6D63-98F6-270B-E707-941DDCD53659}"/>
          </ac:picMkLst>
        </pc:picChg>
        <pc:picChg chg="add mod">
          <ac:chgData name="Lucas Lazaroiu" userId="4b485211cea7a382" providerId="LiveId" clId="{5695F439-CF2F-429C-8F30-E378CEDDF8E5}" dt="2026-01-18T19:29:10.312" v="1752" actId="1076"/>
          <ac:picMkLst>
            <pc:docMk/>
            <pc:sldMk cId="3416902961" sldId="271"/>
            <ac:picMk id="7" creationId="{471FA627-1139-8B35-9111-0057401411C2}"/>
          </ac:picMkLst>
        </pc:picChg>
      </pc:sldChg>
      <pc:sldChg chg="addSp modSp new mod ord modNotesTx">
        <pc:chgData name="Lucas Lazaroiu" userId="4b485211cea7a382" providerId="LiveId" clId="{5695F439-CF2F-429C-8F30-E378CEDDF8E5}" dt="2026-01-18T21:32:06.046" v="7874" actId="20577"/>
        <pc:sldMkLst>
          <pc:docMk/>
          <pc:sldMk cId="3973323130" sldId="272"/>
        </pc:sldMkLst>
        <pc:spChg chg="mod">
          <ac:chgData name="Lucas Lazaroiu" userId="4b485211cea7a382" providerId="LiveId" clId="{5695F439-CF2F-429C-8F30-E378CEDDF8E5}" dt="2026-01-18T20:01:53.661" v="2888" actId="1076"/>
          <ac:spMkLst>
            <pc:docMk/>
            <pc:sldMk cId="3973323130" sldId="272"/>
            <ac:spMk id="2" creationId="{100EFACA-F18C-3B9E-B666-05639C163858}"/>
          </ac:spMkLst>
        </pc:spChg>
        <pc:spChg chg="mod">
          <ac:chgData name="Lucas Lazaroiu" userId="4b485211cea7a382" providerId="LiveId" clId="{5695F439-CF2F-429C-8F30-E378CEDDF8E5}" dt="2026-01-18T20:02:17.578" v="2892"/>
          <ac:spMkLst>
            <pc:docMk/>
            <pc:sldMk cId="3973323130" sldId="272"/>
            <ac:spMk id="3" creationId="{740076BA-DEA0-5C64-3E14-3CD60564A18B}"/>
          </ac:spMkLst>
        </pc:spChg>
        <pc:picChg chg="mod">
          <ac:chgData name="Lucas Lazaroiu" userId="4b485211cea7a382" providerId="LiveId" clId="{5695F439-CF2F-429C-8F30-E378CEDDF8E5}" dt="2026-01-18T20:01:53.661" v="2888" actId="1076"/>
          <ac:picMkLst>
            <pc:docMk/>
            <pc:sldMk cId="3973323130" sldId="272"/>
            <ac:picMk id="4" creationId="{27DFF4A0-97FF-6B1C-C92C-E6DF346F3C32}"/>
          </ac:picMkLst>
        </pc:picChg>
        <pc:picChg chg="mod">
          <ac:chgData name="Lucas Lazaroiu" userId="4b485211cea7a382" providerId="LiveId" clId="{5695F439-CF2F-429C-8F30-E378CEDDF8E5}" dt="2026-01-18T20:02:23.411" v="2894" actId="1076"/>
          <ac:picMkLst>
            <pc:docMk/>
            <pc:sldMk cId="3973323130" sldId="272"/>
            <ac:picMk id="5" creationId="{668CE100-6702-FC93-0A55-4DEC63C25C3F}"/>
          </ac:picMkLst>
        </pc:picChg>
        <pc:picChg chg="add">
          <ac:chgData name="Lucas Lazaroiu" userId="4b485211cea7a382" providerId="LiveId" clId="{5695F439-CF2F-429C-8F30-E378CEDDF8E5}" dt="2026-01-18T20:01:54.998" v="2889"/>
          <ac:picMkLst>
            <pc:docMk/>
            <pc:sldMk cId="3973323130" sldId="272"/>
            <ac:picMk id="7170" creationId="{050C987A-FBA3-6DA2-97A4-3D53146D178D}"/>
          </ac:picMkLst>
        </pc:picChg>
        <pc:picChg chg="add mod">
          <ac:chgData name="Lucas Lazaroiu" userId="4b485211cea7a382" providerId="LiveId" clId="{5695F439-CF2F-429C-8F30-E378CEDDF8E5}" dt="2026-01-18T20:02:01.329" v="2891" actId="1076"/>
          <ac:picMkLst>
            <pc:docMk/>
            <pc:sldMk cId="3973323130" sldId="272"/>
            <ac:picMk id="7172" creationId="{F6DF9B88-3AF5-07E8-7BAD-AB4E6CB74D22}"/>
          </ac:picMkLst>
        </pc:picChg>
        <pc:picChg chg="add mod">
          <ac:chgData name="Lucas Lazaroiu" userId="4b485211cea7a382" providerId="LiveId" clId="{5695F439-CF2F-429C-8F30-E378CEDDF8E5}" dt="2026-01-18T20:02:43.543" v="2898" actId="1076"/>
          <ac:picMkLst>
            <pc:docMk/>
            <pc:sldMk cId="3973323130" sldId="272"/>
            <ac:picMk id="7174" creationId="{33E910BD-905E-F658-013E-5790D0E90FAE}"/>
          </ac:picMkLst>
        </pc:picChg>
      </pc:sldChg>
      <pc:sldChg chg="addSp modSp new mod modNotesTx">
        <pc:chgData name="Lucas Lazaroiu" userId="4b485211cea7a382" providerId="LiveId" clId="{5695F439-CF2F-429C-8F30-E378CEDDF8E5}" dt="2026-01-18T21:34:35.346" v="8289" actId="20577"/>
        <pc:sldMkLst>
          <pc:docMk/>
          <pc:sldMk cId="1957247322" sldId="273"/>
        </pc:sldMkLst>
        <pc:spChg chg="mod">
          <ac:chgData name="Lucas Lazaroiu" userId="4b485211cea7a382" providerId="LiveId" clId="{5695F439-CF2F-429C-8F30-E378CEDDF8E5}" dt="2026-01-18T20:03:29.780" v="2932" actId="20577"/>
          <ac:spMkLst>
            <pc:docMk/>
            <pc:sldMk cId="1957247322" sldId="273"/>
            <ac:spMk id="2" creationId="{C932A094-BE4A-5F68-464A-B06112E84978}"/>
          </ac:spMkLst>
        </pc:spChg>
        <pc:spChg chg="mod">
          <ac:chgData name="Lucas Lazaroiu" userId="4b485211cea7a382" providerId="LiveId" clId="{5695F439-CF2F-429C-8F30-E378CEDDF8E5}" dt="2026-01-18T20:09:08.288" v="3245" actId="14100"/>
          <ac:spMkLst>
            <pc:docMk/>
            <pc:sldMk cId="1957247322" sldId="273"/>
            <ac:spMk id="3" creationId="{2B229CBD-B23B-6C2F-63BD-5F69E3AD307E}"/>
          </ac:spMkLst>
        </pc:spChg>
        <pc:spChg chg="add">
          <ac:chgData name="Lucas Lazaroiu" userId="4b485211cea7a382" providerId="LiveId" clId="{5695F439-CF2F-429C-8F30-E378CEDDF8E5}" dt="2026-01-18T20:08:51.382" v="3240"/>
          <ac:spMkLst>
            <pc:docMk/>
            <pc:sldMk cId="1957247322" sldId="273"/>
            <ac:spMk id="5" creationId="{A339B502-FF27-E375-44D2-A191DA8E34FD}"/>
          </ac:spMkLst>
        </pc:spChg>
        <pc:picChg chg="mod">
          <ac:chgData name="Lucas Lazaroiu" userId="4b485211cea7a382" providerId="LiveId" clId="{5695F439-CF2F-429C-8F30-E378CEDDF8E5}" dt="2026-01-18T20:07:20.067" v="3219" actId="1076"/>
          <ac:picMkLst>
            <pc:docMk/>
            <pc:sldMk cId="1957247322" sldId="273"/>
            <ac:picMk id="4" creationId="{C31AC041-7BEC-0650-84AE-EF0E452D36E4}"/>
          </ac:picMkLst>
        </pc:picChg>
        <pc:picChg chg="add mod">
          <ac:chgData name="Lucas Lazaroiu" userId="4b485211cea7a382" providerId="LiveId" clId="{5695F439-CF2F-429C-8F30-E378CEDDF8E5}" dt="2026-01-18T20:07:40.231" v="3223" actId="14100"/>
          <ac:picMkLst>
            <pc:docMk/>
            <pc:sldMk cId="1957247322" sldId="273"/>
            <ac:picMk id="8194" creationId="{48DB882F-8D25-7B18-CA14-35F3D7313C22}"/>
          </ac:picMkLst>
        </pc:picChg>
        <pc:picChg chg="add mod">
          <ac:chgData name="Lucas Lazaroiu" userId="4b485211cea7a382" providerId="LiveId" clId="{5695F439-CF2F-429C-8F30-E378CEDDF8E5}" dt="2026-01-18T20:07:48.400" v="3226" actId="1076"/>
          <ac:picMkLst>
            <pc:docMk/>
            <pc:sldMk cId="1957247322" sldId="273"/>
            <ac:picMk id="8196" creationId="{334D0DA5-8B75-0242-87F2-413B26476714}"/>
          </ac:picMkLst>
        </pc:picChg>
        <pc:picChg chg="add mod">
          <ac:chgData name="Lucas Lazaroiu" userId="4b485211cea7a382" providerId="LiveId" clId="{5695F439-CF2F-429C-8F30-E378CEDDF8E5}" dt="2026-01-18T20:09:14.833" v="3249" actId="1076"/>
          <ac:picMkLst>
            <pc:docMk/>
            <pc:sldMk cId="1957247322" sldId="273"/>
            <ac:picMk id="8198" creationId="{161FF35E-1FEA-E8A7-0BDD-AA563C79D86D}"/>
          </ac:picMkLst>
        </pc:picChg>
        <pc:picChg chg="add mod">
          <ac:chgData name="Lucas Lazaroiu" userId="4b485211cea7a382" providerId="LiveId" clId="{5695F439-CF2F-429C-8F30-E378CEDDF8E5}" dt="2026-01-18T20:08:19.086" v="3232" actId="14100"/>
          <ac:picMkLst>
            <pc:docMk/>
            <pc:sldMk cId="1957247322" sldId="273"/>
            <ac:picMk id="8200" creationId="{AB46F274-F799-E52C-E014-DDCA42E8048C}"/>
          </ac:picMkLst>
        </pc:picChg>
        <pc:picChg chg="add mod">
          <ac:chgData name="Lucas Lazaroiu" userId="4b485211cea7a382" providerId="LiveId" clId="{5695F439-CF2F-429C-8F30-E378CEDDF8E5}" dt="2026-01-18T20:08:26.552" v="3236" actId="1076"/>
          <ac:picMkLst>
            <pc:docMk/>
            <pc:sldMk cId="1957247322" sldId="273"/>
            <ac:picMk id="8202" creationId="{66AC5C13-E057-AB9C-8DDA-4C25B39704BB}"/>
          </ac:picMkLst>
        </pc:picChg>
        <pc:picChg chg="add mod">
          <ac:chgData name="Lucas Lazaroiu" userId="4b485211cea7a382" providerId="LiveId" clId="{5695F439-CF2F-429C-8F30-E378CEDDF8E5}" dt="2026-01-18T20:08:41.204" v="3239" actId="1076"/>
          <ac:picMkLst>
            <pc:docMk/>
            <pc:sldMk cId="1957247322" sldId="273"/>
            <ac:picMk id="8204" creationId="{65A97C79-6D97-B3BB-7A50-971F29E1D6DA}"/>
          </ac:picMkLst>
        </pc:picChg>
        <pc:picChg chg="add">
          <ac:chgData name="Lucas Lazaroiu" userId="4b485211cea7a382" providerId="LiveId" clId="{5695F439-CF2F-429C-8F30-E378CEDDF8E5}" dt="2026-01-18T20:09:05.191" v="3241"/>
          <ac:picMkLst>
            <pc:docMk/>
            <pc:sldMk cId="1957247322" sldId="273"/>
            <ac:picMk id="8208" creationId="{59CCAB97-9253-5549-94CC-AD65B4403F1C}"/>
          </ac:picMkLst>
        </pc:picChg>
        <pc:picChg chg="add mod">
          <ac:chgData name="Lucas Lazaroiu" userId="4b485211cea7a382" providerId="LiveId" clId="{5695F439-CF2F-429C-8F30-E378CEDDF8E5}" dt="2026-01-18T20:09:08.288" v="3245" actId="14100"/>
          <ac:picMkLst>
            <pc:docMk/>
            <pc:sldMk cId="1957247322" sldId="273"/>
            <ac:picMk id="8210" creationId="{A4738A47-ED81-262C-5AD6-F95FA4EDF8F8}"/>
          </ac:picMkLst>
        </pc:picChg>
        <pc:picChg chg="add mod">
          <ac:chgData name="Lucas Lazaroiu" userId="4b485211cea7a382" providerId="LiveId" clId="{5695F439-CF2F-429C-8F30-E378CEDDF8E5}" dt="2026-01-18T20:09:15.877" v="3250" actId="1076"/>
          <ac:picMkLst>
            <pc:docMk/>
            <pc:sldMk cId="1957247322" sldId="273"/>
            <ac:picMk id="8212" creationId="{90D89E31-1E80-E3A2-AE4E-7C718D4983E9}"/>
          </ac:picMkLst>
        </pc:picChg>
      </pc:sldChg>
      <pc:sldChg chg="delSp modSp add mod modNotesTx">
        <pc:chgData name="Lucas Lazaroiu" userId="4b485211cea7a382" providerId="LiveId" clId="{5695F439-CF2F-429C-8F30-E378CEDDF8E5}" dt="2026-01-18T21:38:40.514" v="8998" actId="20577"/>
        <pc:sldMkLst>
          <pc:docMk/>
          <pc:sldMk cId="2641461068" sldId="274"/>
        </pc:sldMkLst>
        <pc:spChg chg="mod">
          <ac:chgData name="Lucas Lazaroiu" userId="4b485211cea7a382" providerId="LiveId" clId="{5695F439-CF2F-429C-8F30-E378CEDDF8E5}" dt="2026-01-18T20:17:13.233" v="3649" actId="20577"/>
          <ac:spMkLst>
            <pc:docMk/>
            <pc:sldMk cId="2641461068" sldId="274"/>
            <ac:spMk id="2" creationId="{D5B3545D-A032-A86E-5CF4-089E393F219E}"/>
          </ac:spMkLst>
        </pc:spChg>
        <pc:spChg chg="mod">
          <ac:chgData name="Lucas Lazaroiu" userId="4b485211cea7a382" providerId="LiveId" clId="{5695F439-CF2F-429C-8F30-E378CEDDF8E5}" dt="2026-01-18T20:26:23.836" v="3989"/>
          <ac:spMkLst>
            <pc:docMk/>
            <pc:sldMk cId="2641461068" sldId="274"/>
            <ac:spMk id="3" creationId="{9179FFEC-964E-9400-6400-27879AF7B5A1}"/>
          </ac:spMkLst>
        </pc:spChg>
        <pc:picChg chg="mod">
          <ac:chgData name="Lucas Lazaroiu" userId="4b485211cea7a382" providerId="LiveId" clId="{5695F439-CF2F-429C-8F30-E378CEDDF8E5}" dt="2026-01-18T20:21:22.787" v="3798" actId="1076"/>
          <ac:picMkLst>
            <pc:docMk/>
            <pc:sldMk cId="2641461068" sldId="274"/>
            <ac:picMk id="4" creationId="{EBA5349F-2076-D25A-66D1-6B350476863B}"/>
          </ac:picMkLst>
        </pc:picChg>
        <pc:picChg chg="mod">
          <ac:chgData name="Lucas Lazaroiu" userId="4b485211cea7a382" providerId="LiveId" clId="{5695F439-CF2F-429C-8F30-E378CEDDF8E5}" dt="2026-01-18T20:21:40.131" v="3803" actId="1076"/>
          <ac:picMkLst>
            <pc:docMk/>
            <pc:sldMk cId="2641461068" sldId="274"/>
            <ac:picMk id="5" creationId="{FCD675E1-C824-3030-957F-A585B0FFBC5E}"/>
          </ac:picMkLst>
        </pc:picChg>
        <pc:picChg chg="mod">
          <ac:chgData name="Lucas Lazaroiu" userId="4b485211cea7a382" providerId="LiveId" clId="{5695F439-CF2F-429C-8F30-E378CEDDF8E5}" dt="2026-01-18T20:26:29.570" v="3993" actId="1076"/>
          <ac:picMkLst>
            <pc:docMk/>
            <pc:sldMk cId="2641461068" sldId="274"/>
            <ac:picMk id="6" creationId="{6464A3B7-A87C-F7EC-8EB3-947373536240}"/>
          </ac:picMkLst>
        </pc:picChg>
        <pc:picChg chg="del">
          <ac:chgData name="Lucas Lazaroiu" userId="4b485211cea7a382" providerId="LiveId" clId="{5695F439-CF2F-429C-8F30-E378CEDDF8E5}" dt="2026-01-18T20:18:23.553" v="3746" actId="478"/>
          <ac:picMkLst>
            <pc:docMk/>
            <pc:sldMk cId="2641461068" sldId="274"/>
            <ac:picMk id="9218" creationId="{E1763EF2-A562-5613-EF75-C5096A5B7CFC}"/>
          </ac:picMkLst>
        </pc:picChg>
        <pc:picChg chg="del">
          <ac:chgData name="Lucas Lazaroiu" userId="4b485211cea7a382" providerId="LiveId" clId="{5695F439-CF2F-429C-8F30-E378CEDDF8E5}" dt="2026-01-18T20:18:22.970" v="3745" actId="478"/>
          <ac:picMkLst>
            <pc:docMk/>
            <pc:sldMk cId="2641461068" sldId="274"/>
            <ac:picMk id="9220" creationId="{56E7680C-4160-D735-490C-08330147195A}"/>
          </ac:picMkLst>
        </pc:picChg>
      </pc:sldChg>
      <pc:sldMasterChg chg="add del addSldLayout delSldLayout">
        <pc:chgData name="Lucas Lazaroiu" userId="4b485211cea7a382" providerId="LiveId" clId="{5695F439-CF2F-429C-8F30-E378CEDDF8E5}" dt="2026-01-18T18:51:17.200" v="103" actId="26606"/>
        <pc:sldMasterMkLst>
          <pc:docMk/>
          <pc:sldMasterMk cId="1835071050" sldId="2147483648"/>
        </pc:sldMasterMkLst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411711515" sldId="2147483649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1729089597" sldId="2147483650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674207790" sldId="2147483651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2888989177" sldId="2147483652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658405248" sldId="2147483653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3240018724" sldId="2147483654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899840830" sldId="2147483655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3947969917" sldId="2147483656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3483120889" sldId="2147483657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69874268" sldId="2147483658"/>
          </pc:sldLayoutMkLst>
        </pc:sldLayoutChg>
        <pc:sldLayoutChg chg="add del">
          <pc:chgData name="Lucas Lazaroiu" userId="4b485211cea7a382" providerId="LiveId" clId="{5695F439-CF2F-429C-8F30-E378CEDDF8E5}" dt="2026-01-18T18:51:17.200" v="103" actId="26606"/>
          <pc:sldLayoutMkLst>
            <pc:docMk/>
            <pc:sldMasterMk cId="1835071050" sldId="2147483648"/>
            <pc:sldLayoutMk cId="1554424253" sldId="2147483659"/>
          </pc:sldLayoutMkLst>
        </pc:sldLayoutChg>
      </pc:sldMasterChg>
      <pc:sldMasterChg chg="add del addSldLayout delSldLayout">
        <pc:chgData name="Lucas Lazaroiu" userId="4b485211cea7a382" providerId="LiveId" clId="{5695F439-CF2F-429C-8F30-E378CEDDF8E5}" dt="2026-01-18T18:51:13.446" v="98" actId="26606"/>
        <pc:sldMasterMkLst>
          <pc:docMk/>
          <pc:sldMasterMk cId="411485414" sldId="2147483660"/>
        </pc:sldMasterMkLst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2020468838" sldId="2147483661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2492453154" sldId="2147483662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641236365" sldId="2147483663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3265673683" sldId="2147483664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4288335708" sldId="2147483665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4172373504" sldId="2147483666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256725339" sldId="2147483667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1128383133" sldId="2147483668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3454157942" sldId="2147483669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4082285710" sldId="2147483670"/>
          </pc:sldLayoutMkLst>
        </pc:sldLayoutChg>
        <pc:sldLayoutChg chg="add del">
          <pc:chgData name="Lucas Lazaroiu" userId="4b485211cea7a382" providerId="LiveId" clId="{5695F439-CF2F-429C-8F30-E378CEDDF8E5}" dt="2026-01-18T18:51:13.446" v="98" actId="26606"/>
          <pc:sldLayoutMkLst>
            <pc:docMk/>
            <pc:sldMasterMk cId="411485414" sldId="2147483660"/>
            <pc:sldLayoutMk cId="85937850" sldId="2147483671"/>
          </pc:sldLayoutMkLst>
        </pc:sldLayoutChg>
      </pc:sldMasterChg>
      <pc:sldMasterChg chg="add del addSldLayout delSldLayout">
        <pc:chgData name="Lucas Lazaroiu" userId="4b485211cea7a382" providerId="LiveId" clId="{5695F439-CF2F-429C-8F30-E378CEDDF8E5}" dt="2026-01-18T18:51:17.168" v="102" actId="26606"/>
        <pc:sldMasterMkLst>
          <pc:docMk/>
          <pc:sldMasterMk cId="993285141" sldId="2147483683"/>
        </pc:sldMasterMkLst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582922008" sldId="2147483672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1987865660" sldId="2147483673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1792735892" sldId="2147483674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1974377603" sldId="2147483675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2502880171" sldId="2147483676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1587661164" sldId="2147483677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2416832612" sldId="2147483678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3003733652" sldId="2147483679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365424552" sldId="2147483680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4028390133" sldId="2147483681"/>
          </pc:sldLayoutMkLst>
        </pc:sldLayoutChg>
        <pc:sldLayoutChg chg="add del">
          <pc:chgData name="Lucas Lazaroiu" userId="4b485211cea7a382" providerId="LiveId" clId="{5695F439-CF2F-429C-8F30-E378CEDDF8E5}" dt="2026-01-18T18:51:17.168" v="102" actId="26606"/>
          <pc:sldLayoutMkLst>
            <pc:docMk/>
            <pc:sldMasterMk cId="993285141" sldId="2147483683"/>
            <pc:sldLayoutMk cId="257296238" sldId="2147483682"/>
          </pc:sldLayoutMkLst>
        </pc:sldLayoutChg>
      </pc:sldMasterChg>
      <pc:sldMasterChg chg="add addSldLayout">
        <pc:chgData name="Lucas Lazaroiu" userId="4b485211cea7a382" providerId="LiveId" clId="{5695F439-CF2F-429C-8F30-E378CEDDF8E5}" dt="2026-01-18T18:51:17.200" v="103" actId="26606"/>
        <pc:sldMasterMkLst>
          <pc:docMk/>
          <pc:sldMasterMk cId="2222301104" sldId="2147483696"/>
        </pc:sldMasterMkLst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3663253135" sldId="2147483685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2272321248" sldId="2147483686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2512752731" sldId="2147483687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3525601124" sldId="2147483688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1875695676" sldId="2147483689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577404190" sldId="2147483690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3274446615" sldId="2147483691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1171703170" sldId="2147483692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2256923485" sldId="2147483693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2122115308" sldId="2147483694"/>
          </pc:sldLayoutMkLst>
        </pc:sldLayoutChg>
        <pc:sldLayoutChg chg="add">
          <pc:chgData name="Lucas Lazaroiu" userId="4b485211cea7a382" providerId="LiveId" clId="{5695F439-CF2F-429C-8F30-E378CEDDF8E5}" dt="2026-01-18T18:51:17.200" v="103" actId="26606"/>
          <pc:sldLayoutMkLst>
            <pc:docMk/>
            <pc:sldMasterMk cId="2222301104" sldId="2147483696"/>
            <pc:sldLayoutMk cId="180160162" sldId="214748369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2E92D-60A7-45AB-968C-86141A9F302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F1531-755F-4D1B-BB00-C0B85A248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8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Bună</a:t>
            </a:r>
            <a:r>
              <a:rPr lang="en-US" dirty="0"/>
              <a:t> </a:t>
            </a:r>
            <a:r>
              <a:rPr lang="en-US" dirty="0" err="1"/>
              <a:t>ziua</a:t>
            </a:r>
            <a:r>
              <a:rPr lang="en-US" dirty="0"/>
              <a:t>. </a:t>
            </a:r>
            <a:r>
              <a:rPr lang="en-US" dirty="0" err="1"/>
              <a:t>Astăzi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puternice</a:t>
            </a:r>
            <a:r>
              <a:rPr lang="en-US" dirty="0"/>
              <a:t> </a:t>
            </a:r>
            <a:r>
              <a:rPr lang="en-US" dirty="0" err="1"/>
              <a:t>ecosisteme</a:t>
            </a:r>
            <a:r>
              <a:rPr lang="en-US" dirty="0"/>
              <a:t> software din </a:t>
            </a:r>
            <a:r>
              <a:rPr lang="en-US" dirty="0" err="1"/>
              <a:t>lume</a:t>
            </a:r>
            <a:r>
              <a:rPr lang="en-US" dirty="0"/>
              <a:t>: Spring Boot </a:t>
            </a:r>
            <a:r>
              <a:rPr lang="en-US" dirty="0" err="1"/>
              <a:t>și</a:t>
            </a:r>
            <a:r>
              <a:rPr lang="en-US" dirty="0"/>
              <a:t> .NET, in contextual </a:t>
            </a:r>
            <a:r>
              <a:rPr lang="en-US" dirty="0" err="1"/>
              <a:t>arhitecturilor</a:t>
            </a:r>
            <a:r>
              <a:rPr lang="en-US" dirty="0"/>
              <a:t> orientate pe </a:t>
            </a:r>
            <a:r>
              <a:rPr lang="en-US" dirty="0" err="1"/>
              <a:t>servicii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7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Haideti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ne </a:t>
            </a:r>
            <a:r>
              <a:rPr lang="en-US" dirty="0" err="1"/>
              <a:t>imaginam</a:t>
            </a:r>
            <a:r>
              <a:rPr lang="en-US" dirty="0"/>
              <a:t> ca o </a:t>
            </a:r>
            <a:r>
              <a:rPr lang="en-US" dirty="0" err="1"/>
              <a:t>companie</a:t>
            </a:r>
            <a:r>
              <a:rPr lang="en-US" dirty="0"/>
              <a:t> </a:t>
            </a:r>
            <a:r>
              <a:rPr lang="en-US" dirty="0" err="1"/>
              <a:t>vrea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treaca</a:t>
            </a:r>
            <a:r>
              <a:rPr lang="en-US" dirty="0"/>
              <a:t> de la un </a:t>
            </a:r>
            <a:r>
              <a:rPr lang="en-US" dirty="0" err="1"/>
              <a:t>monolit</a:t>
            </a:r>
            <a:r>
              <a:rPr lang="en-US" dirty="0"/>
              <a:t> </a:t>
            </a:r>
            <a:r>
              <a:rPr lang="en-US" dirty="0" err="1"/>
              <a:t>greoi</a:t>
            </a:r>
            <a:r>
              <a:rPr lang="en-US" dirty="0"/>
              <a:t> la un ecosystem </a:t>
            </a:r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microservicii</a:t>
            </a:r>
            <a:r>
              <a:rPr lang="en-US" dirty="0"/>
              <a:t>. </a:t>
            </a: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cerinte</a:t>
            </a:r>
            <a:r>
              <a:rPr lang="en-US" dirty="0"/>
              <a:t> de bun </a:t>
            </a:r>
            <a:r>
              <a:rPr lang="en-US" dirty="0" err="1"/>
              <a:t>simt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fi </a:t>
            </a:r>
            <a:r>
              <a:rPr lang="en-US" dirty="0" err="1"/>
              <a:t>scalarea</a:t>
            </a:r>
            <a:r>
              <a:rPr lang="en-US" dirty="0"/>
              <a:t> pe </a:t>
            </a:r>
            <a:r>
              <a:rPr lang="en-US" dirty="0" err="1"/>
              <a:t>orizontala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ales </a:t>
            </a:r>
            <a:r>
              <a:rPr lang="en-US" dirty="0" err="1"/>
              <a:t>importanta</a:t>
            </a:r>
            <a:r>
              <a:rPr lang="en-US" dirty="0"/>
              <a:t> pentru </a:t>
            </a:r>
            <a:r>
              <a:rPr lang="en-US" dirty="0" err="1"/>
              <a:t>perioade</a:t>
            </a:r>
            <a:r>
              <a:rPr lang="en-US" dirty="0"/>
              <a:t> de </a:t>
            </a:r>
            <a:r>
              <a:rPr lang="en-US" dirty="0" err="1"/>
              <a:t>varf</a:t>
            </a:r>
            <a:r>
              <a:rPr lang="en-US" dirty="0"/>
              <a:t> (Black Friday pentru </a:t>
            </a:r>
            <a:r>
              <a:rPr lang="en-US" dirty="0" err="1"/>
              <a:t>emag</a:t>
            </a:r>
            <a:r>
              <a:rPr lang="en-US" dirty="0"/>
              <a:t> de </a:t>
            </a:r>
            <a:r>
              <a:rPr lang="en-US" dirty="0" err="1"/>
              <a:t>exemplu</a:t>
            </a:r>
            <a:r>
              <a:rPr lang="en-US" dirty="0"/>
              <a:t>). Se </a:t>
            </a:r>
            <a:r>
              <a:rPr lang="en-US" dirty="0" err="1"/>
              <a:t>doreste</a:t>
            </a:r>
            <a:r>
              <a:rPr lang="en-US" dirty="0"/>
              <a:t> </a:t>
            </a:r>
            <a:r>
              <a:rPr lang="en-US" dirty="0" err="1"/>
              <a:t>integrare</a:t>
            </a:r>
            <a:r>
              <a:rPr lang="en-US" dirty="0"/>
              <a:t> </a:t>
            </a:r>
            <a:r>
              <a:rPr lang="en-US" dirty="0" err="1"/>
              <a:t>usoara</a:t>
            </a:r>
            <a:r>
              <a:rPr lang="en-US" dirty="0"/>
              <a:t> cu </a:t>
            </a:r>
            <a:r>
              <a:rPr lang="en-US" dirty="0" err="1"/>
              <a:t>servicii</a:t>
            </a:r>
            <a:r>
              <a:rPr lang="en-US" dirty="0"/>
              <a:t> 3</a:t>
            </a:r>
            <a:r>
              <a:rPr lang="en-US" baseline="30000" dirty="0"/>
              <a:t>rd</a:t>
            </a:r>
            <a:r>
              <a:rPr lang="en-US" dirty="0"/>
              <a:t> party, de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plata</a:t>
            </a:r>
            <a:r>
              <a:rPr lang="en-US" dirty="0"/>
              <a:t> sau </a:t>
            </a:r>
            <a:r>
              <a:rPr lang="en-US" dirty="0" err="1"/>
              <a:t>curierat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doreste</a:t>
            </a:r>
            <a:r>
              <a:rPr lang="en-US" dirty="0"/>
              <a:t> o </a:t>
            </a:r>
            <a:r>
              <a:rPr lang="en-US" dirty="0" err="1"/>
              <a:t>mentenanta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CI/CD </a:t>
            </a:r>
            <a:r>
              <a:rPr lang="en-US" dirty="0" err="1"/>
              <a:t>usoare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2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arhitectura</a:t>
            </a:r>
            <a:r>
              <a:rPr lang="en-US" dirty="0"/>
              <a:t> standard </a:t>
            </a:r>
            <a:r>
              <a:rPr lang="en-US" dirty="0" err="1"/>
              <a:t>bazata</a:t>
            </a:r>
            <a:r>
              <a:rPr lang="en-US" dirty="0"/>
              <a:t> pe </a:t>
            </a:r>
            <a:r>
              <a:rPr lang="en-US" dirty="0" err="1"/>
              <a:t>microservicii</a:t>
            </a:r>
            <a:r>
              <a:rPr lang="en-US" dirty="0"/>
              <a:t>. In mare,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intotdeauna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4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anume</a:t>
            </a:r>
            <a:r>
              <a:rPr lang="en-US" dirty="0"/>
              <a:t>: API gateway (care </a:t>
            </a:r>
            <a:r>
              <a:rPr lang="en-US" dirty="0" err="1"/>
              <a:t>filtreaza</a:t>
            </a:r>
            <a:r>
              <a:rPr lang="en-US" dirty="0"/>
              <a:t> </a:t>
            </a:r>
            <a:r>
              <a:rPr lang="en-US" dirty="0" err="1"/>
              <a:t>traficul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 </a:t>
            </a:r>
            <a:r>
              <a:rPr lang="en-US" dirty="0" err="1"/>
              <a:t>punctul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in system), </a:t>
            </a:r>
            <a:r>
              <a:rPr lang="en-US" dirty="0" err="1"/>
              <a:t>servicii</a:t>
            </a:r>
            <a:r>
              <a:rPr lang="en-US" dirty="0"/>
              <a:t> de business logic </a:t>
            </a:r>
            <a:r>
              <a:rPr lang="en-US" dirty="0" err="1"/>
              <a:t>independente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de date. Mai sunt de </a:t>
            </a:r>
            <a:r>
              <a:rPr lang="en-US" dirty="0" err="1"/>
              <a:t>mentionat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discovery services, </a:t>
            </a:r>
            <a:r>
              <a:rPr lang="en-US" dirty="0" err="1"/>
              <a:t>ele</a:t>
            </a:r>
            <a:r>
              <a:rPr lang="en-US" dirty="0"/>
              <a:t> au </a:t>
            </a:r>
            <a:r>
              <a:rPr lang="en-US" dirty="0" err="1"/>
              <a:t>rolul</a:t>
            </a:r>
            <a:r>
              <a:rPr lang="en-US" dirty="0"/>
              <a:t> de a </a:t>
            </a:r>
            <a:r>
              <a:rPr lang="en-US" dirty="0" err="1"/>
              <a:t>automatiza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regasire</a:t>
            </a:r>
            <a:r>
              <a:rPr lang="en-US" dirty="0"/>
              <a:t> a </a:t>
            </a:r>
            <a:r>
              <a:rPr lang="en-US" dirty="0" err="1"/>
              <a:t>microserviciilor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mediu</a:t>
            </a:r>
            <a:r>
              <a:rPr lang="en-US" dirty="0"/>
              <a:t> cloud,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pe </a:t>
            </a:r>
            <a:r>
              <a:rPr lang="en-US" dirty="0" err="1"/>
              <a:t>partea</a:t>
            </a:r>
            <a:r>
              <a:rPr lang="en-US" dirty="0"/>
              <a:t> de networking.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51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boot. Este regale </a:t>
            </a:r>
            <a:r>
              <a:rPr lang="en-US" dirty="0" err="1"/>
              <a:t>independentei</a:t>
            </a:r>
            <a:r>
              <a:rPr lang="en-US" dirty="0"/>
              <a:t> in 2026, cu Spring 6, framework-ul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modular ca </a:t>
            </a:r>
            <a:r>
              <a:rPr lang="en-US" dirty="0" err="1"/>
              <a:t>niciodata</a:t>
            </a:r>
            <a:r>
              <a:rPr lang="en-US" dirty="0"/>
              <a:t>.. </a:t>
            </a:r>
            <a:r>
              <a:rPr lang="en-US" dirty="0" err="1"/>
              <a:t>Avantajul</a:t>
            </a:r>
            <a:r>
              <a:rPr lang="en-US" dirty="0"/>
              <a:t> principal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maturitatea</a:t>
            </a:r>
            <a:r>
              <a:rPr lang="en-US" dirty="0"/>
              <a:t>, </a:t>
            </a:r>
            <a:r>
              <a:rPr lang="en-US" dirty="0" err="1"/>
              <a:t>exista</a:t>
            </a:r>
            <a:r>
              <a:rPr lang="en-US" dirty="0"/>
              <a:t> Spring Cloud,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ofera</a:t>
            </a:r>
            <a:r>
              <a:rPr lang="en-US" dirty="0"/>
              <a:t> support </a:t>
            </a:r>
            <a:r>
              <a:rPr lang="en-US" dirty="0" err="1"/>
              <a:t>nativ</a:t>
            </a:r>
            <a:r>
              <a:rPr lang="en-US" dirty="0"/>
              <a:t> pentru diverse </a:t>
            </a:r>
            <a:r>
              <a:rPr lang="en-US" dirty="0" err="1"/>
              <a:t>sabloane</a:t>
            </a:r>
            <a:r>
              <a:rPr lang="en-US" dirty="0"/>
              <a:t> de </a:t>
            </a:r>
            <a:r>
              <a:rPr lang="en-US" dirty="0" err="1"/>
              <a:t>microservicii</a:t>
            </a:r>
            <a:r>
              <a:rPr lang="en-US" dirty="0"/>
              <a:t>: pe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rezilienta</a:t>
            </a:r>
            <a:r>
              <a:rPr lang="en-US" dirty="0"/>
              <a:t>: circuit breaker, retry, pe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configurare</a:t>
            </a:r>
            <a:r>
              <a:rPr lang="en-US" dirty="0"/>
              <a:t> </a:t>
            </a:r>
            <a:r>
              <a:rPr lang="en-US" dirty="0" err="1"/>
              <a:t>exista</a:t>
            </a:r>
            <a:r>
              <a:rPr lang="en-US" dirty="0"/>
              <a:t> config server etc.)</a:t>
            </a:r>
          </a:p>
          <a:p>
            <a:r>
              <a:rPr lang="en-US" dirty="0"/>
              <a:t>De </a:t>
            </a:r>
            <a:r>
              <a:rPr lang="en-US" dirty="0" err="1"/>
              <a:t>regula</a:t>
            </a:r>
            <a:r>
              <a:rPr lang="en-US" dirty="0"/>
              <a:t>, 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de </a:t>
            </a:r>
            <a:r>
              <a:rPr lang="en-US" dirty="0" err="1"/>
              <a:t>integrare</a:t>
            </a:r>
            <a:r>
              <a:rPr lang="en-US" dirty="0"/>
              <a:t> ai </a:t>
            </a:r>
            <a:r>
              <a:rPr lang="en-US" dirty="0" err="1"/>
              <a:t>avea</a:t>
            </a:r>
            <a:r>
              <a:rPr lang="en-US" dirty="0"/>
              <a:t>, </a:t>
            </a:r>
            <a:r>
              <a:rPr lang="en-US" dirty="0" err="1"/>
              <a:t>sansele</a:t>
            </a:r>
            <a:r>
              <a:rPr lang="en-US" dirty="0"/>
              <a:t> sunt ca </a:t>
            </a:r>
            <a:r>
              <a:rPr lang="en-US" dirty="0" err="1"/>
              <a:t>cineva</a:t>
            </a:r>
            <a:r>
              <a:rPr lang="en-US" dirty="0"/>
              <a:t> din </a:t>
            </a:r>
            <a:r>
              <a:rPr lang="en-US" dirty="0" err="1"/>
              <a:t>comunitatea</a:t>
            </a:r>
            <a:r>
              <a:rPr lang="en-US" dirty="0"/>
              <a:t> Java </a:t>
            </a:r>
            <a:r>
              <a:rPr lang="en-US" dirty="0" err="1"/>
              <a:t>deja</a:t>
            </a:r>
            <a:r>
              <a:rPr lang="en-US" dirty="0"/>
              <a:t> a </a:t>
            </a:r>
            <a:r>
              <a:rPr lang="en-US" dirty="0" err="1"/>
              <a:t>rezolvat</a:t>
            </a:r>
            <a:r>
              <a:rPr lang="en-US" dirty="0"/>
              <a:t>-o </a:t>
            </a:r>
            <a:r>
              <a:rPr lang="en-US" dirty="0" err="1"/>
              <a:t>printr</a:t>
            </a:r>
            <a:r>
              <a:rPr lang="en-US" dirty="0"/>
              <a:t>-un starter.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60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cealalta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, </a:t>
            </a:r>
            <a:r>
              <a:rPr lang="en-US" dirty="0" err="1"/>
              <a:t>avem</a:t>
            </a:r>
            <a:r>
              <a:rPr lang="en-US" dirty="0"/>
              <a:t> dot NET, care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pentru Windows. Ruleaza </a:t>
            </a:r>
            <a:r>
              <a:rPr lang="en-US" dirty="0" err="1"/>
              <a:t>impecabil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pe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 </a:t>
            </a:r>
            <a:r>
              <a:rPr lang="en-US" dirty="0" err="1"/>
              <a:t>folosit</a:t>
            </a:r>
            <a:r>
              <a:rPr lang="en-US" dirty="0"/>
              <a:t> pentru diverse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aplicatii</a:t>
            </a:r>
            <a:r>
              <a:rPr lang="en-US" dirty="0"/>
              <a:t>. </a:t>
            </a:r>
            <a:r>
              <a:rPr lang="en-US" dirty="0" err="1"/>
              <a:t>Viteza</a:t>
            </a:r>
            <a:r>
              <a:rPr lang="en-US" dirty="0"/>
              <a:t> de </a:t>
            </a:r>
            <a:r>
              <a:rPr lang="en-US" dirty="0" err="1"/>
              <a:t>executie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adesea</a:t>
            </a:r>
            <a:r>
              <a:rPr lang="en-US" dirty="0"/>
              <a:t> </a:t>
            </a:r>
            <a:r>
              <a:rPr lang="en-US" dirty="0" err="1"/>
              <a:t>superioara</a:t>
            </a:r>
            <a:r>
              <a:rPr lang="en-US" dirty="0"/>
              <a:t> </a:t>
            </a:r>
            <a:r>
              <a:rPr lang="en-US" dirty="0" err="1"/>
              <a:t>datorita</a:t>
            </a:r>
            <a:r>
              <a:rPr lang="en-US" dirty="0"/>
              <a:t> </a:t>
            </a:r>
            <a:r>
              <a:rPr lang="en-US" dirty="0" err="1"/>
              <a:t>optimizarilor</a:t>
            </a:r>
            <a:r>
              <a:rPr lang="en-US" dirty="0"/>
              <a:t> Just-in-Time </a:t>
            </a:r>
            <a:r>
              <a:rPr lang="en-US" dirty="0" err="1"/>
              <a:t>si</a:t>
            </a:r>
            <a:r>
              <a:rPr lang="en-US" dirty="0"/>
              <a:t> Ahead-of-Time </a:t>
            </a:r>
            <a:r>
              <a:rPr lang="en-US" dirty="0" err="1"/>
              <a:t>nativ</a:t>
            </a:r>
            <a:r>
              <a:rPr lang="en-US" dirty="0"/>
              <a:t>. 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suporta</a:t>
            </a:r>
            <a:r>
              <a:rPr lang="en-US" dirty="0"/>
              <a:t>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asincrona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avansata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Language integrated queries, </a:t>
            </a:r>
            <a:r>
              <a:rPr lang="en-US" dirty="0" err="1"/>
              <a:t>dar</a:t>
            </a:r>
            <a:r>
              <a:rPr lang="en-US" dirty="0"/>
              <a:t> are </a:t>
            </a:r>
            <a:r>
              <a:rPr lang="en-US" dirty="0" err="1"/>
              <a:t>si</a:t>
            </a:r>
            <a:r>
              <a:rPr lang="en-US" dirty="0"/>
              <a:t> cel </a:t>
            </a:r>
            <a:r>
              <a:rPr lang="en-US" dirty="0" err="1"/>
              <a:t>mai</a:t>
            </a:r>
            <a:r>
              <a:rPr lang="en-US" dirty="0"/>
              <a:t> bun support pt Microsoft Azure.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9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de cod pentru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rest endpoint in spring boot.</a:t>
            </a:r>
          </a:p>
          <a:p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folosesc</a:t>
            </a:r>
            <a:r>
              <a:rPr lang="en-US" dirty="0"/>
              <a:t> </a:t>
            </a:r>
            <a:r>
              <a:rPr lang="en-US" dirty="0" err="1"/>
              <a:t>anotari</a:t>
            </a:r>
            <a:r>
              <a:rPr lang="en-US" dirty="0"/>
              <a:t>. </a:t>
            </a:r>
            <a:r>
              <a:rPr lang="en-US" dirty="0" err="1"/>
              <a:t>Autowired</a:t>
            </a:r>
            <a:r>
              <a:rPr lang="en-US" dirty="0"/>
              <a:t> pentru </a:t>
            </a:r>
            <a:r>
              <a:rPr lang="en-US" dirty="0" err="1"/>
              <a:t>partea</a:t>
            </a:r>
            <a:r>
              <a:rPr lang="en-US" dirty="0"/>
              <a:t> de dependency injection </a:t>
            </a:r>
            <a:r>
              <a:rPr lang="en-US" dirty="0" err="1"/>
              <a:t>si</a:t>
            </a:r>
            <a:r>
              <a:rPr lang="en-US" dirty="0"/>
              <a:t> Path Variable care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dirty="0" err="1"/>
              <a:t>variabila</a:t>
            </a:r>
            <a:r>
              <a:rPr lang="en-US" dirty="0"/>
              <a:t> direct din URL. Si </a:t>
            </a:r>
            <a:r>
              <a:rPr lang="en-US" dirty="0" err="1"/>
              <a:t>acest</a:t>
            </a:r>
            <a:r>
              <a:rPr lang="en-US" dirty="0"/>
              <a:t> response entity </a:t>
            </a:r>
            <a:r>
              <a:rPr lang="en-US" dirty="0" err="1"/>
              <a:t>este</a:t>
            </a:r>
            <a:r>
              <a:rPr lang="en-US" dirty="0"/>
              <a:t> un wrapper, nu </a:t>
            </a:r>
            <a:r>
              <a:rPr lang="en-US" dirty="0" err="1"/>
              <a:t>intoarcem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raspunsul</a:t>
            </a:r>
            <a:r>
              <a:rPr lang="en-US" dirty="0"/>
              <a:t>, ci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codul</a:t>
            </a:r>
            <a:r>
              <a:rPr lang="en-US" dirty="0"/>
              <a:t> http.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34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.NET in loc de </a:t>
            </a:r>
            <a:r>
              <a:rPr lang="en-US" dirty="0" err="1"/>
              <a:t>anotari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atribute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in .NET se </a:t>
            </a:r>
            <a:r>
              <a:rPr lang="en-US" dirty="0" err="1"/>
              <a:t>ia</a:t>
            </a:r>
            <a:r>
              <a:rPr lang="en-US" dirty="0"/>
              <a:t> automat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clasei</a:t>
            </a:r>
            <a:r>
              <a:rPr lang="en-US" dirty="0"/>
              <a:t> (Products Controller) ca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transfore</a:t>
            </a:r>
            <a:r>
              <a:rPr lang="en-US" dirty="0"/>
              <a:t> </a:t>
            </a:r>
            <a:r>
              <a:rPr lang="en-US" dirty="0" err="1"/>
              <a:t>ruta</a:t>
            </a:r>
            <a:r>
              <a:rPr lang="en-US" dirty="0"/>
              <a:t> in </a:t>
            </a:r>
            <a:r>
              <a:rPr lang="en-US" dirty="0" err="1"/>
              <a:t>api</a:t>
            </a:r>
            <a:r>
              <a:rPr lang="en-US" dirty="0"/>
              <a:t>/products, pe cand la Java </a:t>
            </a:r>
            <a:r>
              <a:rPr lang="en-US" dirty="0" err="1"/>
              <a:t>trebuia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o </a:t>
            </a:r>
            <a:r>
              <a:rPr lang="en-US" dirty="0" err="1"/>
              <a:t>scriem</a:t>
            </a:r>
            <a:r>
              <a:rPr lang="en-US" dirty="0"/>
              <a:t> explicit. </a:t>
            </a:r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redenumim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, </a:t>
            </a:r>
            <a:r>
              <a:rPr lang="en-US" dirty="0" err="1"/>
              <a:t>ruta</a:t>
            </a:r>
            <a:r>
              <a:rPr lang="en-US" dirty="0"/>
              <a:t> se </a:t>
            </a:r>
            <a:r>
              <a:rPr lang="en-US" dirty="0" err="1"/>
              <a:t>schimba</a:t>
            </a:r>
            <a:r>
              <a:rPr lang="en-US" dirty="0"/>
              <a:t> </a:t>
            </a:r>
            <a:r>
              <a:rPr lang="en-US" dirty="0" err="1"/>
              <a:t>singura</a:t>
            </a:r>
            <a:r>
              <a:rPr lang="en-US" dirty="0"/>
              <a:t>.</a:t>
            </a:r>
          </a:p>
          <a:p>
            <a:r>
              <a:rPr lang="en-US" dirty="0"/>
              <a:t>.NET </a:t>
            </a:r>
            <a:r>
              <a:rPr lang="en-US" dirty="0" err="1"/>
              <a:t>forteaza</a:t>
            </a:r>
            <a:r>
              <a:rPr lang="en-US" dirty="0"/>
              <a:t> </a:t>
            </a:r>
            <a:r>
              <a:rPr lang="en-US" dirty="0" err="1"/>
              <a:t>injectia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constructor. E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safe,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umpic</a:t>
            </a:r>
            <a:r>
              <a:rPr lang="en-US" dirty="0"/>
              <a:t> de </a:t>
            </a:r>
            <a:r>
              <a:rPr lang="en-US" dirty="0" err="1"/>
              <a:t>scris</a:t>
            </a:r>
            <a:r>
              <a:rPr lang="en-US" dirty="0"/>
              <a:t> in plus.</a:t>
            </a:r>
          </a:p>
          <a:p>
            <a:r>
              <a:rPr lang="en-US" dirty="0"/>
              <a:t>Si </a:t>
            </a:r>
            <a:r>
              <a:rPr lang="en-US" dirty="0" err="1"/>
              <a:t>marea</a:t>
            </a:r>
            <a:r>
              <a:rPr lang="en-US" dirty="0"/>
              <a:t> </a:t>
            </a:r>
            <a:r>
              <a:rPr lang="en-US" dirty="0" err="1"/>
              <a:t>diferenta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Async Task&lt;</a:t>
            </a:r>
            <a:r>
              <a:rPr lang="en-US" dirty="0" err="1"/>
              <a:t>IActionResult</a:t>
            </a:r>
            <a:r>
              <a:rPr lang="en-US" dirty="0"/>
              <a:t>&gt;: .net </a:t>
            </a:r>
            <a:r>
              <a:rPr lang="en-US" dirty="0" err="1"/>
              <a:t>pune</a:t>
            </a:r>
            <a:r>
              <a:rPr lang="en-US" dirty="0"/>
              <a:t> accent </a:t>
            </a:r>
            <a:r>
              <a:rPr lang="en-US" dirty="0" err="1"/>
              <a:t>imens</a:t>
            </a:r>
            <a:r>
              <a:rPr lang="en-US" dirty="0"/>
              <a:t> pe </a:t>
            </a:r>
            <a:r>
              <a:rPr lang="en-US" dirty="0" err="1"/>
              <a:t>programarea</a:t>
            </a:r>
            <a:r>
              <a:rPr lang="en-US" dirty="0"/>
              <a:t> </a:t>
            </a:r>
            <a:r>
              <a:rPr lang="en-US" dirty="0" err="1"/>
              <a:t>asincrona</a:t>
            </a:r>
            <a:r>
              <a:rPr lang="en-US" dirty="0"/>
              <a:t> </a:t>
            </a:r>
            <a:r>
              <a:rPr lang="en-US" dirty="0" err="1"/>
              <a:t>nativa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49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Pentru </a:t>
            </a:r>
            <a:r>
              <a:rPr lang="en-US" dirty="0" err="1"/>
              <a:t>accesul</a:t>
            </a:r>
            <a:r>
              <a:rPr lang="en-US" dirty="0"/>
              <a:t> la date, </a:t>
            </a:r>
            <a:r>
              <a:rPr lang="en-US" dirty="0" err="1"/>
              <a:t>aici</a:t>
            </a:r>
            <a:r>
              <a:rPr lang="en-US" dirty="0"/>
              <a:t> </a:t>
            </a:r>
            <a:r>
              <a:rPr lang="en-US" dirty="0" err="1"/>
              <a:t>vedem</a:t>
            </a:r>
            <a:r>
              <a:rPr lang="en-US" dirty="0"/>
              <a:t> </a:t>
            </a:r>
            <a:r>
              <a:rPr lang="en-US" dirty="0" err="1"/>
              <a:t>diferenta</a:t>
            </a:r>
            <a:r>
              <a:rPr lang="en-US" dirty="0"/>
              <a:t> de </a:t>
            </a:r>
            <a:r>
              <a:rPr lang="en-US" dirty="0" err="1"/>
              <a:t>filozofie</a:t>
            </a:r>
            <a:r>
              <a:rPr lang="en-US" dirty="0"/>
              <a:t>. Java Persistence API se </a:t>
            </a:r>
            <a:r>
              <a:rPr lang="en-US" dirty="0" err="1"/>
              <a:t>bazeaza</a:t>
            </a:r>
            <a:r>
              <a:rPr lang="en-US" dirty="0"/>
              <a:t> pe </a:t>
            </a:r>
            <a:r>
              <a:rPr lang="en-US" dirty="0" err="1"/>
              <a:t>conventie</a:t>
            </a:r>
            <a:r>
              <a:rPr lang="en-US" dirty="0"/>
              <a:t> (</a:t>
            </a:r>
            <a:r>
              <a:rPr lang="en-US" dirty="0" err="1"/>
              <a:t>adica</a:t>
            </a:r>
            <a:r>
              <a:rPr lang="en-US" dirty="0"/>
              <a:t> </a:t>
            </a:r>
            <a:r>
              <a:rPr lang="en-US" dirty="0" err="1"/>
              <a:t>scriem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metodei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query-ul se </a:t>
            </a:r>
            <a:r>
              <a:rPr lang="en-US" dirty="0" err="1"/>
              <a:t>genereaza</a:t>
            </a:r>
            <a:r>
              <a:rPr lang="en-US" dirty="0"/>
              <a:t> </a:t>
            </a:r>
            <a:r>
              <a:rPr lang="en-US" dirty="0" err="1"/>
              <a:t>singur</a:t>
            </a:r>
            <a:r>
              <a:rPr lang="en-US" dirty="0"/>
              <a:t>). In .NET </a:t>
            </a:r>
            <a:r>
              <a:rPr lang="en-US" dirty="0" err="1"/>
              <a:t>avem</a:t>
            </a:r>
            <a:r>
              <a:rPr lang="en-US" dirty="0"/>
              <a:t> Entity Framework Core, care </a:t>
            </a:r>
            <a:r>
              <a:rPr lang="en-US" dirty="0" err="1"/>
              <a:t>foloseste</a:t>
            </a:r>
            <a:r>
              <a:rPr lang="en-US" dirty="0"/>
              <a:t> LINQ, cum am </a:t>
            </a:r>
            <a:r>
              <a:rPr lang="en-US" dirty="0" err="1"/>
              <a:t>mentionat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devreme</a:t>
            </a:r>
            <a:r>
              <a:rPr lang="en-US" dirty="0"/>
              <a:t>.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control,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aici</a:t>
            </a:r>
            <a:r>
              <a:rPr lang="en-US" dirty="0"/>
              <a:t> de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GetByCategoryAsync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definita</a:t>
            </a:r>
            <a:r>
              <a:rPr lang="en-US" dirty="0"/>
              <a:t> manual.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9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instrumente</a:t>
            </a:r>
            <a:r>
              <a:rPr lang="en-US" dirty="0"/>
              <a:t> pentru </a:t>
            </a:r>
            <a:r>
              <a:rPr lang="en-US" dirty="0" err="1"/>
              <a:t>mentenanta</a:t>
            </a:r>
            <a:r>
              <a:rPr lang="en-US" dirty="0"/>
              <a:t>. Pentru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statica</a:t>
            </a:r>
            <a:r>
              <a:rPr lang="en-US" dirty="0"/>
              <a:t> se </a:t>
            </a:r>
            <a:r>
              <a:rPr lang="en-US" dirty="0" err="1"/>
              <a:t>foloseste</a:t>
            </a:r>
            <a:r>
              <a:rPr lang="en-US" dirty="0"/>
              <a:t> SonarQUBE pentru </a:t>
            </a:r>
            <a:r>
              <a:rPr lang="en-US" dirty="0" err="1"/>
              <a:t>ambele</a:t>
            </a:r>
            <a:r>
              <a:rPr lang="en-US" dirty="0"/>
              <a:t>. Pe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Junit cu Mockito versus xUnit cu Moq. Pe </a:t>
            </a:r>
            <a:r>
              <a:rPr lang="en-US" dirty="0" err="1"/>
              <a:t>documentare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folosesc</a:t>
            </a:r>
            <a:r>
              <a:rPr lang="en-US" dirty="0"/>
              <a:t> swagger, </a:t>
            </a:r>
            <a:r>
              <a:rPr lang="en-US" dirty="0" err="1"/>
              <a:t>iar</a:t>
            </a:r>
            <a:r>
              <a:rPr lang="en-US" dirty="0"/>
              <a:t> pe </a:t>
            </a:r>
            <a:r>
              <a:rPr lang="en-US" dirty="0" err="1"/>
              <a:t>partea</a:t>
            </a:r>
            <a:r>
              <a:rPr lang="en-US" dirty="0"/>
              <a:t> de monitoring, la Spring se </a:t>
            </a:r>
            <a:r>
              <a:rPr lang="en-US" dirty="0" err="1"/>
              <a:t>foloseste</a:t>
            </a:r>
            <a:r>
              <a:rPr lang="en-US" dirty="0"/>
              <a:t> de </a:t>
            </a:r>
            <a:r>
              <a:rPr lang="en-US" dirty="0" err="1"/>
              <a:t>obicei</a:t>
            </a:r>
            <a:r>
              <a:rPr lang="en-US" dirty="0"/>
              <a:t> Micrometer, care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librarie</a:t>
            </a:r>
            <a:r>
              <a:rPr lang="en-US" dirty="0"/>
              <a:t> externa, pe cand in .NET se </a:t>
            </a:r>
            <a:r>
              <a:rPr lang="en-US" dirty="0" err="1"/>
              <a:t>foloseste</a:t>
            </a:r>
            <a:r>
              <a:rPr lang="en-US" dirty="0"/>
              <a:t> System.Diagnostics.Metrics, </a:t>
            </a:r>
            <a:r>
              <a:rPr lang="en-US" dirty="0" err="1"/>
              <a:t>deci</a:t>
            </a:r>
            <a:r>
              <a:rPr lang="en-US" dirty="0"/>
              <a:t> </a:t>
            </a:r>
            <a:r>
              <a:rPr lang="en-US" dirty="0" err="1"/>
              <a:t>suport</a:t>
            </a:r>
            <a:r>
              <a:rPr lang="en-US" dirty="0"/>
              <a:t> </a:t>
            </a:r>
            <a:r>
              <a:rPr lang="en-US" dirty="0" err="1"/>
              <a:t>nativ</a:t>
            </a:r>
            <a:r>
              <a:rPr lang="en-US" dirty="0"/>
              <a:t>. Da,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peste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de </a:t>
            </a:r>
            <a:r>
              <a:rPr lang="en-US" dirty="0" err="1"/>
              <a:t>obicei</a:t>
            </a:r>
            <a:r>
              <a:rPr lang="en-US" dirty="0"/>
              <a:t> </a:t>
            </a:r>
            <a:r>
              <a:rPr lang="en-US" dirty="0" err="1"/>
              <a:t>OpenTelemetry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71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companii</a:t>
            </a:r>
            <a:r>
              <a:rPr lang="en-US" dirty="0"/>
              <a:t> </a:t>
            </a:r>
            <a:r>
              <a:rPr lang="en-US" dirty="0" err="1"/>
              <a:t>fuzioneaza</a:t>
            </a:r>
            <a:r>
              <a:rPr lang="en-US" dirty="0"/>
              <a:t>. Pai nu le </a:t>
            </a:r>
            <a:r>
              <a:rPr lang="en-US" dirty="0" err="1"/>
              <a:t>rescriem</a:t>
            </a:r>
            <a:r>
              <a:rPr lang="en-US" dirty="0"/>
              <a:t>, ci </a:t>
            </a:r>
            <a:r>
              <a:rPr lang="en-US" dirty="0" err="1"/>
              <a:t>folosim</a:t>
            </a:r>
            <a:r>
              <a:rPr lang="en-US" dirty="0"/>
              <a:t> </a:t>
            </a:r>
            <a:r>
              <a:rPr lang="en-US" dirty="0" err="1"/>
              <a:t>contracte</a:t>
            </a:r>
            <a:r>
              <a:rPr lang="en-US" dirty="0"/>
              <a:t> OpenAPI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mesagerie</a:t>
            </a:r>
            <a:r>
              <a:rPr lang="en-US" dirty="0"/>
              <a:t> cum </a:t>
            </a:r>
            <a:r>
              <a:rPr lang="en-US" dirty="0" err="1"/>
              <a:t>ar</a:t>
            </a:r>
            <a:r>
              <a:rPr lang="en-US" dirty="0"/>
              <a:t> fi RabbitMQ sau Kafka. Cam </a:t>
            </a:r>
            <a:r>
              <a:rPr lang="en-US" dirty="0" err="1"/>
              <a:t>aceasta</a:t>
            </a:r>
            <a:r>
              <a:rPr lang="en-US" dirty="0"/>
              <a:t> e </a:t>
            </a:r>
            <a:r>
              <a:rPr lang="en-US" dirty="0" err="1"/>
              <a:t>esenta</a:t>
            </a:r>
            <a:r>
              <a:rPr lang="en-US" dirty="0"/>
              <a:t> SOA, </a:t>
            </a:r>
            <a:r>
              <a:rPr lang="en-US" dirty="0" err="1"/>
              <a:t>interoperabilitatea</a:t>
            </a:r>
            <a:r>
              <a:rPr lang="en-US" dirty="0"/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45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 </a:t>
            </a:r>
            <a:r>
              <a:rPr lang="en-US" dirty="0" err="1"/>
              <a:t>punct</a:t>
            </a:r>
            <a:r>
              <a:rPr lang="en-US" dirty="0"/>
              <a:t> de Vedere al </a:t>
            </a:r>
            <a:r>
              <a:rPr lang="en-US" dirty="0" err="1"/>
              <a:t>performantei</a:t>
            </a:r>
            <a:r>
              <a:rPr lang="en-US" dirty="0"/>
              <a:t>, .NET </a:t>
            </a:r>
            <a:r>
              <a:rPr lang="en-US" dirty="0" err="1"/>
              <a:t>castiga</a:t>
            </a:r>
            <a:r>
              <a:rPr lang="en-US" dirty="0"/>
              <a:t> cam in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categoriile</a:t>
            </a:r>
            <a:r>
              <a:rPr lang="en-US" dirty="0"/>
              <a:t>, pe </a:t>
            </a:r>
            <a:r>
              <a:rPr lang="en-US" dirty="0" err="1"/>
              <a:t>partea</a:t>
            </a:r>
            <a:r>
              <a:rPr lang="en-US" dirty="0"/>
              <a:t> de cold start (</a:t>
            </a:r>
            <a:r>
              <a:rPr lang="en-US" dirty="0" err="1"/>
              <a:t>adica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cand un </a:t>
            </a:r>
            <a:r>
              <a:rPr lang="en-US" dirty="0" err="1"/>
              <a:t>serviciu</a:t>
            </a:r>
            <a:r>
              <a:rPr lang="en-US" dirty="0"/>
              <a:t> e </a:t>
            </a:r>
            <a:r>
              <a:rPr lang="en-US" dirty="0" err="1"/>
              <a:t>apelat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o </a:t>
            </a:r>
            <a:r>
              <a:rPr lang="en-US" dirty="0" err="1"/>
              <a:t>perioada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lunga</a:t>
            </a:r>
            <a:r>
              <a:rPr lang="en-US" dirty="0"/>
              <a:t> de </a:t>
            </a:r>
            <a:r>
              <a:rPr lang="en-US" dirty="0" err="1"/>
              <a:t>inactivitate</a:t>
            </a:r>
            <a:r>
              <a:rPr lang="en-US" dirty="0"/>
              <a:t>). Throughput-ul </a:t>
            </a:r>
            <a:r>
              <a:rPr lang="en-US" dirty="0" err="1"/>
              <a:t>este</a:t>
            </a:r>
            <a:r>
              <a:rPr lang="en-US" dirty="0"/>
              <a:t> de </a:t>
            </a:r>
            <a:r>
              <a:rPr lang="en-US" dirty="0" err="1"/>
              <a:t>asemenea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bun,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pe secunda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putina</a:t>
            </a:r>
            <a:r>
              <a:rPr lang="en-US" dirty="0"/>
              <a:t> </a:t>
            </a:r>
            <a:r>
              <a:rPr lang="en-US" dirty="0" err="1"/>
              <a:t>utilizare</a:t>
            </a:r>
            <a:r>
              <a:rPr lang="en-US" dirty="0"/>
              <a:t> a </a:t>
            </a:r>
            <a:r>
              <a:rPr lang="en-US" dirty="0" err="1"/>
              <a:t>procesorului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din </a:t>
            </a:r>
            <a:r>
              <a:rPr lang="en-US" dirty="0" err="1"/>
              <a:t>punct</a:t>
            </a:r>
            <a:r>
              <a:rPr lang="en-US" dirty="0"/>
              <a:t> de Vedere al </a:t>
            </a:r>
            <a:r>
              <a:rPr lang="en-US" dirty="0" err="1"/>
              <a:t>memoriei</a:t>
            </a:r>
            <a:r>
              <a:rPr lang="en-US" dirty="0"/>
              <a:t>, JVM-ul are </a:t>
            </a:r>
            <a:r>
              <a:rPr lang="en-US" dirty="0" err="1"/>
              <a:t>nevoie</a:t>
            </a:r>
            <a:r>
              <a:rPr lang="en-US" dirty="0"/>
              <a:t> de </a:t>
            </a:r>
            <a:r>
              <a:rPr lang="en-US" dirty="0" err="1"/>
              <a:t>alocari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. </a:t>
            </a:r>
            <a:r>
              <a:rPr lang="en-US" dirty="0" err="1"/>
              <a:t>Astfel</a:t>
            </a:r>
            <a:r>
              <a:rPr lang="en-US" dirty="0"/>
              <a:t> in cloud,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pur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deployem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instante</a:t>
            </a:r>
            <a:r>
              <a:rPr lang="en-US" dirty="0"/>
              <a:t> de </a:t>
            </a:r>
            <a:r>
              <a:rPr lang="en-US" dirty="0" err="1"/>
              <a:t>aplicatii</a:t>
            </a:r>
            <a:r>
              <a:rPr lang="en-US" dirty="0"/>
              <a:t> .NET, pentru </a:t>
            </a:r>
            <a:r>
              <a:rPr lang="en-US" dirty="0" err="1"/>
              <a:t>acelasi</a:t>
            </a:r>
            <a:r>
              <a:rPr lang="en-US" dirty="0"/>
              <a:t> cost.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8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Containerizare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deployment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folosesc</a:t>
            </a:r>
            <a:r>
              <a:rPr lang="en-US" dirty="0"/>
              <a:t> Docker </a:t>
            </a:r>
            <a:r>
              <a:rPr lang="en-US" dirty="0" err="1"/>
              <a:t>si</a:t>
            </a:r>
            <a:r>
              <a:rPr lang="en-US" dirty="0"/>
              <a:t> Kubernetes. Pe CI/CD </a:t>
            </a:r>
            <a:r>
              <a:rPr lang="en-US" dirty="0" err="1"/>
              <a:t>avem</a:t>
            </a:r>
            <a:r>
              <a:rPr lang="en-US" dirty="0"/>
              <a:t> Jenkins sau GitLab CI pentru Spring, </a:t>
            </a:r>
            <a:r>
              <a:rPr lang="en-US" dirty="0" err="1"/>
              <a:t>si</a:t>
            </a:r>
            <a:r>
              <a:rPr lang="en-US" dirty="0"/>
              <a:t> Github Actions sau Azure DevOps pentru .NET. Spring Boot </a:t>
            </a:r>
            <a:r>
              <a:rPr lang="en-US" dirty="0" err="1"/>
              <a:t>castiga</a:t>
            </a:r>
            <a:r>
              <a:rPr lang="en-US" dirty="0"/>
              <a:t> </a:t>
            </a:r>
            <a:r>
              <a:rPr lang="en-US" dirty="0" err="1"/>
              <a:t>aici</a:t>
            </a:r>
            <a:r>
              <a:rPr lang="en-US" dirty="0"/>
              <a:t> cu </a:t>
            </a:r>
            <a:r>
              <a:rPr lang="en-US" dirty="0" err="1"/>
              <a:t>privire</a:t>
            </a:r>
            <a:r>
              <a:rPr lang="en-US" dirty="0"/>
              <a:t> la </a:t>
            </a:r>
            <a:r>
              <a:rPr lang="en-US" dirty="0" err="1"/>
              <a:t>ecosistemul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matur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microservicii</a:t>
            </a:r>
            <a:r>
              <a:rPr lang="en-US" dirty="0"/>
              <a:t>, cu </a:t>
            </a:r>
            <a:r>
              <a:rPr lang="en-US" dirty="0" err="1"/>
              <a:t>meniunea</a:t>
            </a:r>
            <a:r>
              <a:rPr lang="en-US" dirty="0"/>
              <a:t> </a:t>
            </a:r>
            <a:r>
              <a:rPr lang="en-US" dirty="0" err="1"/>
              <a:t>totusi</a:t>
            </a:r>
            <a:r>
              <a:rPr lang="en-US" dirty="0"/>
              <a:t> ca </a:t>
            </a:r>
            <a:r>
              <a:rPr lang="en-US" dirty="0" err="1"/>
              <a:t>imaginile</a:t>
            </a:r>
            <a:r>
              <a:rPr lang="en-US" dirty="0"/>
              <a:t> de Docker pentru .NET </a:t>
            </a:r>
            <a:r>
              <a:rPr lang="en-US" dirty="0" err="1"/>
              <a:t>ocupa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</a:t>
            </a:r>
            <a:r>
              <a:rPr lang="en-US" dirty="0"/>
              <a:t> </a:t>
            </a:r>
            <a:r>
              <a:rPr lang="en-US" dirty="0" err="1"/>
              <a:t>spatiu</a:t>
            </a:r>
            <a:r>
              <a:rPr lang="en-US" dirty="0"/>
              <a:t> pe disk.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86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concluzie</a:t>
            </a:r>
            <a:r>
              <a:rPr lang="en-US" dirty="0"/>
              <a:t>, cand </a:t>
            </a:r>
            <a:r>
              <a:rPr lang="en-US" dirty="0" err="1"/>
              <a:t>alegem</a:t>
            </a:r>
            <a:r>
              <a:rPr lang="en-US" dirty="0"/>
              <a:t> spring boot?</a:t>
            </a:r>
            <a:br>
              <a:rPr lang="en-US" dirty="0"/>
            </a:br>
            <a:r>
              <a:rPr lang="en-US" dirty="0"/>
              <a:t>Pai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o </a:t>
            </a:r>
            <a:r>
              <a:rPr lang="en-US" dirty="0" err="1"/>
              <a:t>inftrastructura</a:t>
            </a:r>
            <a:r>
              <a:rPr lang="en-US" dirty="0"/>
              <a:t> </a:t>
            </a:r>
            <a:r>
              <a:rPr lang="en-US" dirty="0" err="1"/>
              <a:t>deja</a:t>
            </a:r>
            <a:r>
              <a:rPr lang="en-US" dirty="0"/>
              <a:t> </a:t>
            </a:r>
            <a:r>
              <a:rPr lang="en-US" dirty="0" err="1"/>
              <a:t>bazata</a:t>
            </a:r>
            <a:r>
              <a:rPr lang="en-US" dirty="0"/>
              <a:t> pe java, </a:t>
            </a:r>
            <a:r>
              <a:rPr lang="en-US" dirty="0" err="1"/>
              <a:t>avem</a:t>
            </a:r>
            <a:r>
              <a:rPr lang="en-US" dirty="0"/>
              <a:t> un use-case de Big Data – </a:t>
            </a:r>
            <a:r>
              <a:rPr lang="en-US" dirty="0" err="1"/>
              <a:t>ecosistemul</a:t>
            </a:r>
            <a:r>
              <a:rPr lang="en-US" dirty="0"/>
              <a:t> Apache ruleaza </a:t>
            </a:r>
            <a:r>
              <a:rPr lang="en-US" dirty="0" err="1"/>
              <a:t>nativ</a:t>
            </a:r>
            <a:r>
              <a:rPr lang="en-US" dirty="0"/>
              <a:t> pe JVM</a:t>
            </a:r>
          </a:p>
          <a:p>
            <a:r>
              <a:rPr lang="en-US" dirty="0"/>
              <a:t>Sau </a:t>
            </a:r>
            <a:r>
              <a:rPr lang="en-US" dirty="0" err="1"/>
              <a:t>echipa</a:t>
            </a:r>
            <a:r>
              <a:rPr lang="en-US" dirty="0"/>
              <a:t> are o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vasta</a:t>
            </a:r>
            <a:r>
              <a:rPr lang="en-US" dirty="0"/>
              <a:t> in open-source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vrea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evite </a:t>
            </a:r>
            <a:r>
              <a:rPr lang="en-US" dirty="0" err="1"/>
              <a:t>constrangerile</a:t>
            </a:r>
            <a:r>
              <a:rPr lang="en-US" dirty="0"/>
              <a:t> date de un ecosystem single-vendor.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36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cand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alegem</a:t>
            </a:r>
            <a:r>
              <a:rPr lang="en-US" dirty="0"/>
              <a:t> dot NET?</a:t>
            </a:r>
            <a:br>
              <a:rPr lang="en-US" dirty="0"/>
            </a:br>
            <a:r>
              <a:rPr lang="en-US" dirty="0"/>
              <a:t>Cand </a:t>
            </a:r>
            <a:r>
              <a:rPr lang="en-US" dirty="0" err="1"/>
              <a:t>vrem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optimizam</a:t>
            </a:r>
            <a:r>
              <a:rPr lang="en-US" dirty="0"/>
              <a:t> la maxim </a:t>
            </a:r>
            <a:r>
              <a:rPr lang="en-US" dirty="0" err="1"/>
              <a:t>raportul</a:t>
            </a:r>
            <a:r>
              <a:rPr lang="en-US" dirty="0"/>
              <a:t> </a:t>
            </a:r>
            <a:r>
              <a:rPr lang="en-US" dirty="0" err="1"/>
              <a:t>performanta</a:t>
            </a:r>
            <a:r>
              <a:rPr lang="en-US" dirty="0"/>
              <a:t>/cost</a:t>
            </a:r>
          </a:p>
          <a:p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nevoie</a:t>
            </a:r>
            <a:r>
              <a:rPr lang="en-US" dirty="0"/>
              <a:t> de </a:t>
            </a:r>
            <a:r>
              <a:rPr lang="en-US" dirty="0" err="1"/>
              <a:t>integrare</a:t>
            </a:r>
            <a:r>
              <a:rPr lang="en-US" dirty="0"/>
              <a:t> </a:t>
            </a:r>
            <a:r>
              <a:rPr lang="en-US" dirty="0" err="1"/>
              <a:t>rapida</a:t>
            </a:r>
            <a:r>
              <a:rPr lang="en-US" dirty="0"/>
              <a:t> cu </a:t>
            </a:r>
            <a:r>
              <a:rPr lang="en-US" dirty="0" err="1"/>
              <a:t>servicii</a:t>
            </a:r>
            <a:r>
              <a:rPr lang="en-US" dirty="0"/>
              <a:t> Azure</a:t>
            </a:r>
          </a:p>
          <a:p>
            <a:r>
              <a:rPr lang="en-US" dirty="0"/>
              <a:t>Sau </a:t>
            </a:r>
            <a:r>
              <a:rPr lang="en-US" dirty="0" err="1"/>
              <a:t>echipa</a:t>
            </a:r>
            <a:r>
              <a:rPr lang="en-US" dirty="0"/>
              <a:t> </a:t>
            </a:r>
            <a:r>
              <a:rPr lang="en-US" dirty="0" err="1"/>
              <a:t>prefera</a:t>
            </a:r>
            <a:r>
              <a:rPr lang="en-US" dirty="0"/>
              <a:t> un </a:t>
            </a:r>
            <a:r>
              <a:rPr lang="en-US" dirty="0" err="1"/>
              <a:t>limbaj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modern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</a:t>
            </a:r>
            <a:r>
              <a:rPr lang="en-US" dirty="0"/>
              <a:t> boilerplate (de </a:t>
            </a:r>
            <a:r>
              <a:rPr lang="en-US" dirty="0" err="1"/>
              <a:t>exemplu</a:t>
            </a:r>
            <a:r>
              <a:rPr lang="en-US" dirty="0"/>
              <a:t> pe </a:t>
            </a:r>
            <a:r>
              <a:rPr lang="en-US" dirty="0" err="1"/>
              <a:t>partea</a:t>
            </a:r>
            <a:r>
              <a:rPr lang="en-US" dirty="0"/>
              <a:t> de </a:t>
            </a:r>
            <a:r>
              <a:rPr lang="en-US" dirty="0" err="1"/>
              <a:t>importuri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, </a:t>
            </a:r>
            <a:r>
              <a:rPr lang="en-US" dirty="0" err="1"/>
              <a:t>definire</a:t>
            </a:r>
            <a:r>
              <a:rPr lang="en-US" dirty="0"/>
              <a:t> de API-</a:t>
            </a:r>
            <a:r>
              <a:rPr lang="en-US" dirty="0" err="1"/>
              <a:t>uri</a:t>
            </a:r>
            <a:r>
              <a:rPr lang="en-US" dirty="0"/>
              <a:t>, sau starter code </a:t>
            </a:r>
            <a:r>
              <a:rPr lang="en-US" dirty="0" err="1"/>
              <a:t>c#</a:t>
            </a:r>
            <a:r>
              <a:rPr lang="en-US" dirty="0"/>
              <a:t> e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compact)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F1531-755F-4D1B-BB00-C0B85A2480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19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0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2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15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0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95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5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21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5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0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04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30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aticon.com/free-icon/distributed-database_15223583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016ECCA-5751-679E-52A2-1AC281E54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874440" cy="2840386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4600" dirty="0"/>
              <a:t>Spring Boot</a:t>
            </a:r>
            <a:br>
              <a:rPr lang="en-US" sz="4600" dirty="0"/>
            </a:br>
            <a:r>
              <a:rPr lang="en-US" sz="4600" dirty="0"/>
              <a:t>&amp;</a:t>
            </a:r>
            <a:br>
              <a:rPr lang="en-US" sz="4600" dirty="0"/>
            </a:br>
            <a:r>
              <a:rPr lang="en-US" sz="4600" dirty="0"/>
              <a:t>.NET </a:t>
            </a:r>
            <a:br>
              <a:rPr lang="en-US" sz="4600" dirty="0"/>
            </a:br>
            <a:r>
              <a:rPr lang="en-US" sz="4600" dirty="0"/>
              <a:t>for SOA</a:t>
            </a:r>
            <a:br>
              <a:rPr lang="en-US" sz="4600" dirty="0"/>
            </a:br>
            <a:br>
              <a:rPr lang="en-US" sz="4600" dirty="0"/>
            </a:br>
            <a:endParaRPr lang="en-US" sz="4600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5E84DF3-AD19-59C8-B696-D3654C74D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99" y="5288613"/>
            <a:ext cx="4172757" cy="845487"/>
          </a:xfrm>
        </p:spPr>
        <p:txBody>
          <a:bodyPr anchor="b">
            <a:normAutofit/>
          </a:bodyPr>
          <a:lstStyle/>
          <a:p>
            <a:r>
              <a:rPr lang="en-US" sz="2400" dirty="0"/>
              <a:t>L</a:t>
            </a:r>
            <a:r>
              <a:rPr lang="ro-RO" sz="2400" dirty="0"/>
              <a:t>ăzăroiu</a:t>
            </a:r>
            <a:r>
              <a:rPr lang="en-US" sz="2400" dirty="0"/>
              <a:t> Lucas</a:t>
            </a:r>
          </a:p>
        </p:txBody>
      </p:sp>
      <p:cxnSp>
        <p:nvCxnSpPr>
          <p:cNvPr id="23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3" descr="O imagine care conține model&#10;&#10;Conținutul generat de inteligența artificială poate fi incorect.">
            <a:extLst>
              <a:ext uri="{FF2B5EF4-FFF2-40B4-BE49-F238E27FC236}">
                <a16:creationId xmlns:a16="http://schemas.microsoft.com/office/drawing/2014/main" id="{A22C9E7F-989B-F643-7A5B-C6B4A7FC5D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77" r="31419" b="2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EA25C0FF-CD21-36B0-C520-C2AC9E03848F}"/>
              </a:ext>
            </a:extLst>
          </p:cNvPr>
          <p:cNvSpPr txBox="1"/>
          <p:nvPr/>
        </p:nvSpPr>
        <p:spPr>
          <a:xfrm>
            <a:off x="703399" y="3587809"/>
            <a:ext cx="396134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latin typeface="+mj-lt"/>
              </a:rPr>
              <a:t>Comparative Analysis</a:t>
            </a:r>
          </a:p>
        </p:txBody>
      </p:sp>
      <p:pic>
        <p:nvPicPr>
          <p:cNvPr id="10242" name="Picture 2" descr="Decision ">
            <a:extLst>
              <a:ext uri="{FF2B5EF4-FFF2-40B4-BE49-F238E27FC236}">
                <a16:creationId xmlns:a16="http://schemas.microsoft.com/office/drawing/2014/main" id="{315203C4-0AC1-ECF6-B99A-943567F08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760" y="4461490"/>
            <a:ext cx="1281448" cy="1281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88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E908E13-1563-5464-3703-B5368A3E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E408EAE-D10D-0C96-D4D0-6C62568D4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company wants to modernize their legacy stack (e.g. PHP/VB6) into a microservice based ecosystem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Requirements:</a:t>
            </a:r>
          </a:p>
          <a:p>
            <a:r>
              <a:rPr lang="en-US" sz="2400" dirty="0"/>
              <a:t>Horizontal scaling for rush hour (e.g. Black Friday for EMAG)</a:t>
            </a:r>
          </a:p>
          <a:p>
            <a:r>
              <a:rPr lang="en-US" sz="2400" dirty="0"/>
              <a:t>Seamless integration with third party systems (e.g. PayPal, Fan Courier)</a:t>
            </a:r>
          </a:p>
          <a:p>
            <a:r>
              <a:rPr lang="en-US" sz="2400" dirty="0"/>
              <a:t>Easy maintenance and CI/CD</a:t>
            </a:r>
          </a:p>
        </p:txBody>
      </p:sp>
      <p:pic>
        <p:nvPicPr>
          <p:cNvPr id="4" name="Imagine 3" descr="Structure ">
            <a:extLst>
              <a:ext uri="{FF2B5EF4-FFF2-40B4-BE49-F238E27FC236}">
                <a16:creationId xmlns:a16="http://schemas.microsoft.com/office/drawing/2014/main" id="{CD148E20-BC3C-1A25-DD35-3EA1EF156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061" y="2798030"/>
            <a:ext cx="914467" cy="914467"/>
          </a:xfrm>
          <a:prstGeom prst="rect">
            <a:avLst/>
          </a:prstGeom>
        </p:spPr>
      </p:pic>
      <p:pic>
        <p:nvPicPr>
          <p:cNvPr id="5" name="Imagine 4" descr="Fire ">
            <a:extLst>
              <a:ext uri="{FF2B5EF4-FFF2-40B4-BE49-F238E27FC236}">
                <a16:creationId xmlns:a16="http://schemas.microsoft.com/office/drawing/2014/main" id="{6AD1DCCF-8F69-5DA2-F4CE-E052A44AE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21" y="3648389"/>
            <a:ext cx="887102" cy="887102"/>
          </a:xfrm>
          <a:prstGeom prst="rect">
            <a:avLst/>
          </a:prstGeom>
        </p:spPr>
      </p:pic>
      <p:pic>
        <p:nvPicPr>
          <p:cNvPr id="1026" name="Picture 2" descr="Mediator ">
            <a:extLst>
              <a:ext uri="{FF2B5EF4-FFF2-40B4-BE49-F238E27FC236}">
                <a16:creationId xmlns:a16="http://schemas.microsoft.com/office/drawing/2014/main" id="{22ACE11C-4DCC-36A6-4CDB-6BB16804A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923" y="4639089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ine 5" descr="Tools ">
            <a:extLst>
              <a:ext uri="{FF2B5EF4-FFF2-40B4-BE49-F238E27FC236}">
                <a16:creationId xmlns:a16="http://schemas.microsoft.com/office/drawing/2014/main" id="{2D415E47-B07F-3D0C-C380-EBA4445A0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5285" y="5248689"/>
            <a:ext cx="634017" cy="63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1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25A863-E95E-CAD4-8945-261274AD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 Architecture (SOA/Microservices)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2807650-9441-B93D-1BEF-719706106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Components: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API gateway</a:t>
            </a:r>
          </a:p>
          <a:p>
            <a:r>
              <a:rPr lang="en-US" sz="2400" dirty="0"/>
              <a:t>Business Services</a:t>
            </a:r>
          </a:p>
          <a:p>
            <a:r>
              <a:rPr lang="en-US" sz="2400" dirty="0"/>
              <a:t>Discovery Services</a:t>
            </a:r>
          </a:p>
          <a:p>
            <a:r>
              <a:rPr lang="en-US" sz="2400" dirty="0"/>
              <a:t>Distributed DBs</a:t>
            </a:r>
          </a:p>
        </p:txBody>
      </p:sp>
      <p:pic>
        <p:nvPicPr>
          <p:cNvPr id="2050" name="Picture 2" descr="Gateway ">
            <a:extLst>
              <a:ext uri="{FF2B5EF4-FFF2-40B4-BE49-F238E27FC236}">
                <a16:creationId xmlns:a16="http://schemas.microsoft.com/office/drawing/2014/main" id="{761A6D18-0E59-5B1D-F157-7054040FE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654" y="2669805"/>
            <a:ext cx="948090" cy="94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evelopment ">
            <a:extLst>
              <a:ext uri="{FF2B5EF4-FFF2-40B4-BE49-F238E27FC236}">
                <a16:creationId xmlns:a16="http://schemas.microsoft.com/office/drawing/2014/main" id="{05B97B4B-6E58-9CE6-5951-CF8625DCB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699" y="3816417"/>
            <a:ext cx="813334" cy="813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loud search ">
            <a:extLst>
              <a:ext uri="{FF2B5EF4-FFF2-40B4-BE49-F238E27FC236}">
                <a16:creationId xmlns:a16="http://schemas.microsoft.com/office/drawing/2014/main" id="{E1419ED4-AD9E-72DD-15E4-19BED0A81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592" y="3143850"/>
            <a:ext cx="878306" cy="878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istributed database ">
            <a:hlinkClick r:id="rId6" tooltip="Distributed database"/>
            <a:extLst>
              <a:ext uri="{FF2B5EF4-FFF2-40B4-BE49-F238E27FC236}">
                <a16:creationId xmlns:a16="http://schemas.microsoft.com/office/drawing/2014/main" id="{3E4F2AAF-FE11-F03F-0693-AE31A91E7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707" y="4223084"/>
            <a:ext cx="1341120" cy="134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65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60F2224-6D4E-144C-BC9E-7E77C29D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– java ecosystem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EC78F9F-3DD3-52D8-58B0-E7C91BD44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6232"/>
            <a:ext cx="10691265" cy="4261104"/>
          </a:xfrm>
        </p:spPr>
        <p:txBody>
          <a:bodyPr>
            <a:noAutofit/>
          </a:bodyPr>
          <a:lstStyle/>
          <a:p>
            <a:r>
              <a:rPr lang="en-US" sz="2400" dirty="0"/>
              <a:t>Based on the Spring Framework, eliminates the need for manual XML configuration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Pros:</a:t>
            </a:r>
          </a:p>
          <a:p>
            <a:r>
              <a:rPr lang="en-US" sz="2400" b="1" dirty="0"/>
              <a:t>Spring Cloud</a:t>
            </a:r>
            <a:r>
              <a:rPr lang="en-US" sz="2400" dirty="0"/>
              <a:t>: native support for microservices patterns (e.g circuit breaker, config server etc.)</a:t>
            </a:r>
          </a:p>
          <a:p>
            <a:r>
              <a:rPr lang="en-US" sz="2400" b="1" dirty="0"/>
              <a:t>Rich Libraries</a:t>
            </a:r>
            <a:r>
              <a:rPr lang="en-US" sz="2400" dirty="0"/>
              <a:t>: almost any integration is already written as a “Starter”</a:t>
            </a:r>
          </a:p>
          <a:p>
            <a:r>
              <a:rPr lang="en-US" sz="2400" b="1" dirty="0"/>
              <a:t>Community-Driven</a:t>
            </a:r>
            <a:r>
              <a:rPr lang="en-US" sz="2400" dirty="0"/>
              <a:t>: one of the largest knowledge bases in the world for backend</a:t>
            </a:r>
          </a:p>
        </p:txBody>
      </p:sp>
      <p:pic>
        <p:nvPicPr>
          <p:cNvPr id="3074" name="Picture 2" descr="Spring Boot - Wikipedia">
            <a:extLst>
              <a:ext uri="{FF2B5EF4-FFF2-40B4-BE49-F238E27FC236}">
                <a16:creationId xmlns:a16="http://schemas.microsoft.com/office/drawing/2014/main" id="{095AD163-B61F-151D-C21C-CD72EEA4D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924" y="2464069"/>
            <a:ext cx="1082844" cy="1082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pring Cloud - Blueprint for Successful Microservices | E4developer">
            <a:extLst>
              <a:ext uri="{FF2B5EF4-FFF2-40B4-BE49-F238E27FC236}">
                <a16:creationId xmlns:a16="http://schemas.microsoft.com/office/drawing/2014/main" id="{7C57D05E-A29B-5275-7440-0C0247BD5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639" y="4286404"/>
            <a:ext cx="571098" cy="53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566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DE643C9-F3C6-3133-3244-4D87B67F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– Microsoft giant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81B4C30-4D96-B82C-90D5-9CAA8B0F8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development environment and runtime for Windows</a:t>
            </a:r>
          </a:p>
          <a:p>
            <a:r>
              <a:rPr lang="en-US" dirty="0"/>
              <a:t>Can support desktop apps, server-side systems, web apps etc.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Pros:</a:t>
            </a:r>
          </a:p>
          <a:p>
            <a:r>
              <a:rPr lang="en-US" dirty="0"/>
              <a:t>High performance: Kestrel often overtakes Tomcat/Jetty</a:t>
            </a:r>
          </a:p>
          <a:p>
            <a:r>
              <a:rPr lang="en-US" dirty="0"/>
              <a:t>Advanced async programming and data interrogation (LINQ) with C#</a:t>
            </a:r>
          </a:p>
          <a:p>
            <a:r>
              <a:rPr lang="en-US" dirty="0"/>
              <a:t>Best support for Microsoft Azure</a:t>
            </a:r>
          </a:p>
        </p:txBody>
      </p:sp>
      <p:pic>
        <p:nvPicPr>
          <p:cNvPr id="4112" name="Picture 16" descr="Microsoft NET Logo | SVG | Real Company | Alphabet, Letter N Logo">
            <a:extLst>
              <a:ext uri="{FF2B5EF4-FFF2-40B4-BE49-F238E27FC236}">
                <a16:creationId xmlns:a16="http://schemas.microsoft.com/office/drawing/2014/main" id="{DB433342-6470-2D3B-F6B3-D570A4438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3537" y="828631"/>
            <a:ext cx="2168888" cy="215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ine 9" descr="Windows ">
            <a:extLst>
              <a:ext uri="{FF2B5EF4-FFF2-40B4-BE49-F238E27FC236}">
                <a16:creationId xmlns:a16="http://schemas.microsoft.com/office/drawing/2014/main" id="{66F48245-0C83-D312-6CEE-EC10AF4A5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918204"/>
            <a:ext cx="502920" cy="502920"/>
          </a:xfrm>
          <a:prstGeom prst="rect">
            <a:avLst/>
          </a:prstGeom>
        </p:spPr>
      </p:pic>
      <p:pic>
        <p:nvPicPr>
          <p:cNvPr id="4124" name="Picture 28" descr="C Sharp (programming language) - Wikipedia">
            <a:extLst>
              <a:ext uri="{FF2B5EF4-FFF2-40B4-BE49-F238E27FC236}">
                <a16:creationId xmlns:a16="http://schemas.microsoft.com/office/drawing/2014/main" id="{097E6464-67E3-CC7F-9B3F-D579E12DC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627" y="4307501"/>
            <a:ext cx="744354" cy="74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Microsoft Azure - Wikipedia">
            <a:extLst>
              <a:ext uri="{FF2B5EF4-FFF2-40B4-BE49-F238E27FC236}">
                <a16:creationId xmlns:a16="http://schemas.microsoft.com/office/drawing/2014/main" id="{1830CC80-5D7D-5F6B-98E6-B331431E9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673" y="4909882"/>
            <a:ext cx="859856" cy="85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38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325BEF9-FEAD-E9F2-2F05-93428049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example – Exposing an Endpoint</a:t>
            </a:r>
            <a:br>
              <a:rPr lang="en-US" dirty="0"/>
            </a:br>
            <a:r>
              <a:rPr lang="en-US" sz="900" dirty="0"/>
              <a:t> </a:t>
            </a:r>
            <a:br>
              <a:rPr lang="en-US" dirty="0"/>
            </a:br>
            <a:r>
              <a:rPr lang="en-US" sz="2000" dirty="0"/>
              <a:t>Spring boot (java)</a:t>
            </a:r>
          </a:p>
        </p:txBody>
      </p:sp>
      <p:pic>
        <p:nvPicPr>
          <p:cNvPr id="5" name="Substituent conținut 4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6F595D59-8B0D-4384-93CC-BC4C7CA35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46" y="2368804"/>
            <a:ext cx="9387528" cy="3740150"/>
          </a:xfrm>
        </p:spPr>
      </p:pic>
    </p:spTree>
    <p:extLst>
      <p:ext uri="{BB962C8B-B14F-4D97-AF65-F5344CB8AC3E}">
        <p14:creationId xmlns:p14="http://schemas.microsoft.com/office/powerpoint/2010/main" val="2931835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59EB7-9C8E-4E91-F654-24F19AA1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06E305E-D60D-01E1-5A63-5A8971F9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example – Exposing an Endpoint</a:t>
            </a:r>
            <a:br>
              <a:rPr lang="en-US" dirty="0"/>
            </a:br>
            <a:r>
              <a:rPr lang="en-US" sz="900" dirty="0"/>
              <a:t> </a:t>
            </a:r>
            <a:br>
              <a:rPr lang="en-US" dirty="0"/>
            </a:br>
            <a:r>
              <a:rPr lang="en-US" sz="2000" dirty="0"/>
              <a:t>.net (C#)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7FC05502-B43C-A91D-5FDC-69F1B60B3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Imagine 6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471FA627-1139-8B35-9111-005740141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5" y="2115887"/>
            <a:ext cx="11158888" cy="395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0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E109EFE-F062-C22E-0D35-B7EA8DE2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 – Data access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034B7AE-36CC-1D3B-2B5C-E3F4F5532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759979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Spring Data JPA: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EF Core: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agine 4" descr="O imagine care conține text, captură de ecran, Font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7A2421E5-065C-F530-93FC-6D3DDFADB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21992"/>
            <a:ext cx="10369616" cy="1632022"/>
          </a:xfrm>
          <a:prstGeom prst="rect">
            <a:avLst/>
          </a:prstGeom>
        </p:spPr>
      </p:pic>
      <p:pic>
        <p:nvPicPr>
          <p:cNvPr id="7" name="Imagine 6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99619EEB-A796-5180-C89A-A1644804A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33" y="4552159"/>
            <a:ext cx="10591800" cy="20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3171920-96C6-86B6-DEB7-E6122C1B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Maintenance and EVOlution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439FA93-7F66-0EEA-A51D-AF2119920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Static Analysis: SonarQUBE</a:t>
            </a:r>
          </a:p>
          <a:p>
            <a:endParaRPr lang="en-US" sz="2400" dirty="0"/>
          </a:p>
          <a:p>
            <a:r>
              <a:rPr lang="en-US" sz="2400" dirty="0"/>
              <a:t>Automatic testing: JUnit/Mockito vs xUnit/Moq </a:t>
            </a:r>
          </a:p>
          <a:p>
            <a:endParaRPr lang="en-US" sz="2400" dirty="0"/>
          </a:p>
          <a:p>
            <a:r>
              <a:rPr lang="en-US" sz="2400" dirty="0"/>
              <a:t>Documentation: Swagger (OpenAPI)</a:t>
            </a:r>
          </a:p>
          <a:p>
            <a:endParaRPr lang="en-US" sz="2400" dirty="0"/>
          </a:p>
          <a:p>
            <a:r>
              <a:rPr lang="en-US" sz="2400" dirty="0"/>
              <a:t>Monitoring: Micrometer vs System.Diagnostics.Metrics</a:t>
            </a:r>
          </a:p>
        </p:txBody>
      </p:sp>
      <p:pic>
        <p:nvPicPr>
          <p:cNvPr id="8" name="Grafic 7">
            <a:extLst>
              <a:ext uri="{FF2B5EF4-FFF2-40B4-BE49-F238E27FC236}">
                <a16:creationId xmlns:a16="http://schemas.microsoft.com/office/drawing/2014/main" id="{74F17827-83AB-6774-C5AA-B32093BD1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8872" y="1859526"/>
            <a:ext cx="1225616" cy="1163844"/>
          </a:xfrm>
          <a:prstGeom prst="rect">
            <a:avLst/>
          </a:prstGeom>
        </p:spPr>
      </p:pic>
      <p:pic>
        <p:nvPicPr>
          <p:cNvPr id="5128" name="Picture 8" descr="JUnit 5 M1 • Marc Philipp">
            <a:extLst>
              <a:ext uri="{FF2B5EF4-FFF2-40B4-BE49-F238E27FC236}">
                <a16:creationId xmlns:a16="http://schemas.microsoft.com/office/drawing/2014/main" id="{CC1F72E2-6A5E-73FA-9312-D71EE6154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699" y="3073903"/>
            <a:ext cx="676976" cy="67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xUnit.net · GitHub">
            <a:extLst>
              <a:ext uri="{FF2B5EF4-FFF2-40B4-BE49-F238E27FC236}">
                <a16:creationId xmlns:a16="http://schemas.microsoft.com/office/drawing/2014/main" id="{D08A45E4-B218-D7E4-5801-E91976AB8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678" y="2838094"/>
            <a:ext cx="1148594" cy="114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Swagger (software) - Simple English Wikipedia, the free encyclopedia">
            <a:extLst>
              <a:ext uri="{FF2B5EF4-FFF2-40B4-BE49-F238E27FC236}">
                <a16:creationId xmlns:a16="http://schemas.microsoft.com/office/drawing/2014/main" id="{28FC2110-9B03-8C91-DB9E-C89F1D939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741" y="3968496"/>
            <a:ext cx="1181812" cy="118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Micrometer · GitHub">
            <a:extLst>
              <a:ext uri="{FF2B5EF4-FFF2-40B4-BE49-F238E27FC236}">
                <a16:creationId xmlns:a16="http://schemas.microsoft.com/office/drawing/2014/main" id="{1D71B386-0E35-0B40-D888-6B0B37EC9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512" y="4944818"/>
            <a:ext cx="1017070" cy="101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 descr="NuGet Gallery | OpenTelemetry">
            <a:extLst>
              <a:ext uri="{FF2B5EF4-FFF2-40B4-BE49-F238E27FC236}">
                <a16:creationId xmlns:a16="http://schemas.microsoft.com/office/drawing/2014/main" id="{D5559A75-4271-3231-AFA2-33E22E882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389" y="4761298"/>
            <a:ext cx="1182304" cy="118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88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7C39DDC-1DEC-1A55-15C7-1F3575357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integrations after fusions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792AF3-BB33-733A-1A90-C92CA4098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832656"/>
            <a:ext cx="10691265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Scenario: </a:t>
            </a:r>
            <a:r>
              <a:rPr lang="en-US" sz="2400" dirty="0"/>
              <a:t>two companies want to fuse (one uses Spring Boot, the other .NET)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Solution:</a:t>
            </a:r>
          </a:p>
          <a:p>
            <a:r>
              <a:rPr lang="en-US" sz="2400" b="1" dirty="0"/>
              <a:t>Contract-first development: </a:t>
            </a:r>
            <a:r>
              <a:rPr lang="en-US" sz="2400" dirty="0"/>
              <a:t>using .yaml files (OpenAPI) to define the API before writing code</a:t>
            </a:r>
          </a:p>
          <a:p>
            <a:r>
              <a:rPr lang="en-US" sz="2400" b="1" dirty="0"/>
              <a:t>Messaging (Event Driven): </a:t>
            </a:r>
            <a:r>
              <a:rPr lang="en-US" sz="2400" dirty="0"/>
              <a:t>RabbitMQ or Kafka to allow Java and .NET services to communicate asyncronously</a:t>
            </a:r>
          </a:p>
        </p:txBody>
      </p:sp>
      <p:pic>
        <p:nvPicPr>
          <p:cNvPr id="4" name="Imagine 3" descr="Contract ">
            <a:extLst>
              <a:ext uri="{FF2B5EF4-FFF2-40B4-BE49-F238E27FC236}">
                <a16:creationId xmlns:a16="http://schemas.microsoft.com/office/drawing/2014/main" id="{45F1A9C1-E760-4DCA-84AF-0C7FE606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982" y="5212831"/>
            <a:ext cx="813816" cy="813816"/>
          </a:xfrm>
          <a:prstGeom prst="rect">
            <a:avLst/>
          </a:prstGeom>
        </p:spPr>
      </p:pic>
      <p:pic>
        <p:nvPicPr>
          <p:cNvPr id="6156" name="Picture 12" descr="RabbitMQ Integrations – Celigo">
            <a:extLst>
              <a:ext uri="{FF2B5EF4-FFF2-40B4-BE49-F238E27FC236}">
                <a16:creationId xmlns:a16="http://schemas.microsoft.com/office/drawing/2014/main" id="{AD747257-0E18-6017-BC05-893974591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946" y="5005925"/>
            <a:ext cx="836494" cy="836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>
            <a:extLst>
              <a:ext uri="{FF2B5EF4-FFF2-40B4-BE49-F238E27FC236}">
                <a16:creationId xmlns:a16="http://schemas.microsoft.com/office/drawing/2014/main" id="{26BCEB1D-179F-21D6-CB48-E85662D6B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1935" y="4482062"/>
            <a:ext cx="899928" cy="146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657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00EFACA-F18C-3B9E-B666-05639C16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and scalability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40076BA-DEA0-5C64-3E14-3CD60564A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Cold Start: </a:t>
            </a:r>
            <a:r>
              <a:rPr lang="en-US" b="1" dirty="0">
                <a:solidFill>
                  <a:srgbClr val="00B050"/>
                </a:solidFill>
              </a:rPr>
              <a:t>.NET </a:t>
            </a:r>
            <a:r>
              <a:rPr lang="en-US" dirty="0"/>
              <a:t>– especially for Serverless (Azure Functions/AWS Lambda)</a:t>
            </a:r>
          </a:p>
          <a:p>
            <a:endParaRPr lang="en-US" dirty="0"/>
          </a:p>
          <a:p>
            <a:r>
              <a:rPr lang="en-US" dirty="0"/>
              <a:t>Throughput: </a:t>
            </a:r>
            <a:r>
              <a:rPr lang="en-US" b="1" dirty="0">
                <a:solidFill>
                  <a:srgbClr val="00B050"/>
                </a:solidFill>
              </a:rPr>
              <a:t>.NET </a:t>
            </a:r>
            <a:r>
              <a:rPr lang="en-US" dirty="0"/>
              <a:t>– tends to handle more reqs/s with less CPU usage</a:t>
            </a:r>
          </a:p>
          <a:p>
            <a:endParaRPr lang="en-US" dirty="0"/>
          </a:p>
          <a:p>
            <a:r>
              <a:rPr lang="en-US" dirty="0"/>
              <a:t>Memory: </a:t>
            </a:r>
            <a:r>
              <a:rPr lang="en-US" b="1" dirty="0">
                <a:solidFill>
                  <a:srgbClr val="00B050"/>
                </a:solidFill>
              </a:rPr>
              <a:t>.NET </a:t>
            </a:r>
            <a:r>
              <a:rPr lang="en-US" dirty="0"/>
              <a:t>– JVM needs a larger heap pre-allocation, which leads to a larger memory footprint</a:t>
            </a:r>
          </a:p>
        </p:txBody>
      </p:sp>
      <p:pic>
        <p:nvPicPr>
          <p:cNvPr id="7172" name="Picture 4" descr="Shuttle ">
            <a:extLst>
              <a:ext uri="{FF2B5EF4-FFF2-40B4-BE49-F238E27FC236}">
                <a16:creationId xmlns:a16="http://schemas.microsoft.com/office/drawing/2014/main" id="{F6DF9B88-3AF5-07E8-7BAD-AB4E6CB74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6691" y="222199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ine 4" descr="Throughput ">
            <a:extLst>
              <a:ext uri="{FF2B5EF4-FFF2-40B4-BE49-F238E27FC236}">
                <a16:creationId xmlns:a16="http://schemas.microsoft.com/office/drawing/2014/main" id="{668CE100-6702-FC93-0A55-4DEC63C25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1" y="2859024"/>
            <a:ext cx="941834" cy="941834"/>
          </a:xfrm>
          <a:prstGeom prst="rect">
            <a:avLst/>
          </a:prstGeom>
        </p:spPr>
      </p:pic>
      <p:pic>
        <p:nvPicPr>
          <p:cNvPr id="7174" name="Picture 6" descr="Ram ">
            <a:extLst>
              <a:ext uri="{FF2B5EF4-FFF2-40B4-BE49-F238E27FC236}">
                <a16:creationId xmlns:a16="http://schemas.microsoft.com/office/drawing/2014/main" id="{33E910BD-905E-F658-013E-5790D0E90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115" y="4644993"/>
            <a:ext cx="821354" cy="82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323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932A094-BE4A-5F68-464A-B06112E8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and containerization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B229CBD-B23B-6C2F-63BD-5F69E3AD3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Docker</a:t>
            </a:r>
          </a:p>
          <a:p>
            <a:r>
              <a:rPr lang="en-US" sz="2200" dirty="0"/>
              <a:t>K8s for orchestration</a:t>
            </a:r>
          </a:p>
          <a:p>
            <a:r>
              <a:rPr lang="en-US" sz="2200" dirty="0"/>
              <a:t>CI/CD:</a:t>
            </a:r>
          </a:p>
          <a:p>
            <a:pPr lvl="1"/>
            <a:r>
              <a:rPr lang="en-US" sz="2200" dirty="0"/>
              <a:t>Spring: Jenkins, GitLab CI</a:t>
            </a:r>
          </a:p>
          <a:p>
            <a:pPr lvl="1"/>
            <a:r>
              <a:rPr lang="en-US" sz="2200" dirty="0"/>
              <a:t>.NET: Github Actions, Azure DevOps</a:t>
            </a:r>
          </a:p>
          <a:p>
            <a:pPr lvl="1"/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B050"/>
                </a:solidFill>
              </a:rPr>
              <a:t>Spring </a:t>
            </a:r>
            <a:r>
              <a:rPr lang="en-US" sz="2200" dirty="0"/>
              <a:t>wins overall in terms of microservice ecosystem (most mature, “battle-tested”)</a:t>
            </a:r>
          </a:p>
        </p:txBody>
      </p:sp>
      <p:pic>
        <p:nvPicPr>
          <p:cNvPr id="4" name="Imagine 3" descr="Docker ">
            <a:extLst>
              <a:ext uri="{FF2B5EF4-FFF2-40B4-BE49-F238E27FC236}">
                <a16:creationId xmlns:a16="http://schemas.microsoft.com/office/drawing/2014/main" id="{C31AC041-7BEC-0650-84AE-EF0E452D3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308860"/>
            <a:ext cx="868680" cy="868680"/>
          </a:xfrm>
          <a:prstGeom prst="rect">
            <a:avLst/>
          </a:prstGeom>
        </p:spPr>
      </p:pic>
      <p:pic>
        <p:nvPicPr>
          <p:cNvPr id="8196" name="Picture 4" descr="Kubernetes architecture: overview and deployment | OVHcloud Worldwide">
            <a:extLst>
              <a:ext uri="{FF2B5EF4-FFF2-40B4-BE49-F238E27FC236}">
                <a16:creationId xmlns:a16="http://schemas.microsoft.com/office/drawing/2014/main" id="{334D0DA5-8B75-0242-87F2-413B26476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839" y="2323297"/>
            <a:ext cx="1167866" cy="1167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Jenkins CI | Slack Marketplace">
            <a:extLst>
              <a:ext uri="{FF2B5EF4-FFF2-40B4-BE49-F238E27FC236}">
                <a16:creationId xmlns:a16="http://schemas.microsoft.com/office/drawing/2014/main" id="{161FF35E-1FEA-E8A7-0BDD-AA563C79D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396" y="3032279"/>
            <a:ext cx="994610" cy="994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Using GitLab CI/CD Pipelines to Automate your HashiCorp Packer Builds |  virtualhobbit">
            <a:extLst>
              <a:ext uri="{FF2B5EF4-FFF2-40B4-BE49-F238E27FC236}">
                <a16:creationId xmlns:a16="http://schemas.microsoft.com/office/drawing/2014/main" id="{66AC5C13-E057-AB9C-8DDA-4C25B3970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954" y="2579771"/>
            <a:ext cx="1428950" cy="14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GitHub Actions · GitHub">
            <a:extLst>
              <a:ext uri="{FF2B5EF4-FFF2-40B4-BE49-F238E27FC236}">
                <a16:creationId xmlns:a16="http://schemas.microsoft.com/office/drawing/2014/main" id="{65A97C79-6D97-B3BB-7A50-971F29E1D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394" y="3715913"/>
            <a:ext cx="1082842" cy="1082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2" name="Picture 20" descr="Microsoft Azure DevOps for Large Teams - The Provato Group">
            <a:extLst>
              <a:ext uri="{FF2B5EF4-FFF2-40B4-BE49-F238E27FC236}">
                <a16:creationId xmlns:a16="http://schemas.microsoft.com/office/drawing/2014/main" id="{90D89E31-1E80-E3A2-AE4E-7C718D498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977" y="3724924"/>
            <a:ext cx="1668378" cy="111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24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9354F99-8B05-F02C-AF55-3EBAFD0E8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Conclusions – when to choose spring boot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EC75182-9ABC-EC53-9177-4ABCDFDBE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Infrastructure is already JAVA-based (JVM)</a:t>
            </a:r>
          </a:p>
          <a:p>
            <a:r>
              <a:rPr lang="en-US" sz="2800" dirty="0"/>
              <a:t>The project needs specific Big Data libraries (Apache ecosystem)</a:t>
            </a:r>
          </a:p>
          <a:p>
            <a:r>
              <a:rPr lang="en-US" sz="2800" dirty="0"/>
              <a:t>Team has vast open-source experience and wants to avoid the constraint of a “closed”, single-vendor ecosystem</a:t>
            </a:r>
          </a:p>
        </p:txBody>
      </p:sp>
      <p:pic>
        <p:nvPicPr>
          <p:cNvPr id="9218" name="Picture 2" descr="Monitor ">
            <a:extLst>
              <a:ext uri="{FF2B5EF4-FFF2-40B4-BE49-F238E27FC236}">
                <a16:creationId xmlns:a16="http://schemas.microsoft.com/office/drawing/2014/main" id="{63489B03-B5EF-65A7-BC80-1A1E3B3BE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850" y="222199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Equality ">
            <a:extLst>
              <a:ext uri="{FF2B5EF4-FFF2-40B4-BE49-F238E27FC236}">
                <a16:creationId xmlns:a16="http://schemas.microsoft.com/office/drawing/2014/main" id="{A67659D6-5B2E-57CE-1F53-8B24BA356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154" y="4587239"/>
            <a:ext cx="1090864" cy="109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46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F462-BDEA-610C-0F34-9EA61489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5B3545D-A032-A86E-5CF4-089E393F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 – when to choose .NET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179FFEC-964E-9400-6400-27879AF7B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Maximum performance at a lower infrastructure cost</a:t>
            </a:r>
          </a:p>
          <a:p>
            <a:r>
              <a:rPr lang="en-US" sz="2800" dirty="0"/>
              <a:t>Rapid integration with Azure services</a:t>
            </a:r>
          </a:p>
          <a:p>
            <a:r>
              <a:rPr lang="en-US" sz="2800" dirty="0"/>
              <a:t>Team appreciates a more modern language with slightly less boilerplate code (starting with 2021)</a:t>
            </a:r>
          </a:p>
        </p:txBody>
      </p:sp>
      <p:pic>
        <p:nvPicPr>
          <p:cNvPr id="4" name="Imagine 3" descr="Low Price ">
            <a:extLst>
              <a:ext uri="{FF2B5EF4-FFF2-40B4-BE49-F238E27FC236}">
                <a16:creationId xmlns:a16="http://schemas.microsoft.com/office/drawing/2014/main" id="{EBA5349F-2076-D25A-66D1-6B3504768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812" y="1938528"/>
            <a:ext cx="1490472" cy="1490472"/>
          </a:xfrm>
          <a:prstGeom prst="rect">
            <a:avLst/>
          </a:prstGeom>
        </p:spPr>
      </p:pic>
      <p:pic>
        <p:nvPicPr>
          <p:cNvPr id="5" name="Imagine 4" descr="Azure ">
            <a:extLst>
              <a:ext uri="{FF2B5EF4-FFF2-40B4-BE49-F238E27FC236}">
                <a16:creationId xmlns:a16="http://schemas.microsoft.com/office/drawing/2014/main" id="{FCD675E1-C824-3030-957F-A585B0FFB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2660904"/>
            <a:ext cx="768096" cy="768096"/>
          </a:xfrm>
          <a:prstGeom prst="rect">
            <a:avLst/>
          </a:prstGeom>
        </p:spPr>
      </p:pic>
      <p:pic>
        <p:nvPicPr>
          <p:cNvPr id="6" name="Imagine 5" descr="Data cleaning ">
            <a:extLst>
              <a:ext uri="{FF2B5EF4-FFF2-40B4-BE49-F238E27FC236}">
                <a16:creationId xmlns:a16="http://schemas.microsoft.com/office/drawing/2014/main" id="{6464A3B7-A87C-F7EC-8EB3-947373536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428" y="4462272"/>
            <a:ext cx="1042416" cy="104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6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4CE5E23-B00C-C57A-0D5B-6B0F2627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F951BE0-CBCC-D6B7-D679-14371012F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Walls, C.</a:t>
            </a:r>
            <a:r>
              <a:rPr lang="en-US" dirty="0"/>
              <a:t> (2022). </a:t>
            </a:r>
            <a:r>
              <a:rPr lang="en-US" i="1" dirty="0"/>
              <a:t>Spring in Action, Sixth Edition</a:t>
            </a:r>
            <a:r>
              <a:rPr lang="en-US" dirty="0"/>
              <a:t>. Manning Publications.</a:t>
            </a:r>
          </a:p>
          <a:p>
            <a:r>
              <a:rPr lang="en-US" b="1" dirty="0"/>
              <a:t>Price, M. J.</a:t>
            </a:r>
            <a:r>
              <a:rPr lang="en-US" dirty="0"/>
              <a:t> (2023). </a:t>
            </a:r>
            <a:r>
              <a:rPr lang="en-US" i="1" dirty="0"/>
              <a:t>C# 12 and .NET 8 – Modern Cross-Platform Development</a:t>
            </a:r>
            <a:r>
              <a:rPr lang="en-US" dirty="0"/>
              <a:t>. </a:t>
            </a:r>
            <a:r>
              <a:rPr lang="en-US" dirty="0" err="1"/>
              <a:t>Packt</a:t>
            </a:r>
            <a:r>
              <a:rPr lang="en-US" dirty="0"/>
              <a:t> Publishing.</a:t>
            </a:r>
          </a:p>
          <a:p>
            <a:r>
              <a:rPr lang="en-US" b="1" dirty="0"/>
              <a:t>Microsoft Learn.</a:t>
            </a:r>
            <a:r>
              <a:rPr lang="en-US" dirty="0"/>
              <a:t> </a:t>
            </a:r>
            <a:r>
              <a:rPr lang="en-US" i="1" dirty="0"/>
              <a:t>.NET Microservices: Architecture for Containerized .NET Applications</a:t>
            </a:r>
            <a:r>
              <a:rPr lang="en-US" dirty="0"/>
              <a:t>. [Online].</a:t>
            </a:r>
          </a:p>
          <a:p>
            <a:r>
              <a:rPr lang="en-US" b="1" dirty="0"/>
              <a:t>Spring.io.</a:t>
            </a:r>
            <a:r>
              <a:rPr lang="en-US" dirty="0"/>
              <a:t> </a:t>
            </a:r>
            <a:r>
              <a:rPr lang="en-US" i="1" dirty="0"/>
              <a:t>Spring Boot Reference Guide</a:t>
            </a:r>
            <a:r>
              <a:rPr lang="en-US" dirty="0"/>
              <a:t>. [Online].</a:t>
            </a:r>
          </a:p>
          <a:p>
            <a:r>
              <a:rPr lang="en-US" b="1" dirty="0"/>
              <a:t>TechEmpower.</a:t>
            </a:r>
            <a:r>
              <a:rPr lang="en-US" dirty="0"/>
              <a:t> </a:t>
            </a:r>
            <a:r>
              <a:rPr lang="en-US" i="1" dirty="0"/>
              <a:t>Web Framework Benchmarks (2025/2026)</a:t>
            </a:r>
            <a:r>
              <a:rPr lang="en-US" dirty="0"/>
              <a:t>. [Online].</a:t>
            </a:r>
          </a:p>
          <a:p>
            <a:r>
              <a:rPr lang="en-US" b="1" dirty="0"/>
              <a:t>Fowler, M.</a:t>
            </a:r>
            <a:r>
              <a:rPr lang="en-US" dirty="0"/>
              <a:t> (2024). </a:t>
            </a:r>
            <a:r>
              <a:rPr lang="en-US" i="1" dirty="0"/>
              <a:t>Patterns of Enterprise Application Architecture</a:t>
            </a:r>
            <a:r>
              <a:rPr lang="en-US" dirty="0"/>
              <a:t>. [Online updates]</a:t>
            </a:r>
          </a:p>
          <a:p>
            <a:r>
              <a:rPr lang="en-US" b="1" dirty="0"/>
              <a:t>Obregon, A</a:t>
            </a:r>
            <a:r>
              <a:rPr lang="en-US" dirty="0"/>
              <a:t>. (2023) Understanding the Concept of Spring Cloud Data Flow and Its Benefits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42719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1581</Words>
  <Application>Microsoft Office PowerPoint</Application>
  <PresentationFormat>Ecran lat</PresentationFormat>
  <Paragraphs>121</Paragraphs>
  <Slides>15</Slides>
  <Notes>14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15</vt:i4>
      </vt:variant>
    </vt:vector>
  </HeadingPairs>
  <TitlesOfParts>
    <vt:vector size="20" baseType="lpstr">
      <vt:lpstr>Aptos</vt:lpstr>
      <vt:lpstr>Arial</vt:lpstr>
      <vt:lpstr>Calisto MT</vt:lpstr>
      <vt:lpstr>Univers Condensed</vt:lpstr>
      <vt:lpstr>ChronicleVTI</vt:lpstr>
      <vt:lpstr>Spring Boot &amp; .NET  for SOA  </vt:lpstr>
      <vt:lpstr>Problem</vt:lpstr>
      <vt:lpstr>Reference Architecture (SOA/Microservices)</vt:lpstr>
      <vt:lpstr>Spring boot – java ecosystem</vt:lpstr>
      <vt:lpstr>.NET – Microsoft giant</vt:lpstr>
      <vt:lpstr>Code example – Exposing an Endpoint   Spring boot (java)</vt:lpstr>
      <vt:lpstr>Code example – Exposing an Endpoint   .net (C#)</vt:lpstr>
      <vt:lpstr>CODE Example – Data access</vt:lpstr>
      <vt:lpstr>Tools for Maintenance and EVOlution</vt:lpstr>
      <vt:lpstr>Service integrations after fusions</vt:lpstr>
      <vt:lpstr>Performance and scalability</vt:lpstr>
      <vt:lpstr>Deployment and containerization</vt:lpstr>
      <vt:lpstr>Conclusions – when to choose spring boot</vt:lpstr>
      <vt:lpstr>Conclusions – when to choose .NET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LĂZĂROIU (116007)</dc:creator>
  <cp:lastModifiedBy>Lucas LĂZĂROIU (116007)</cp:lastModifiedBy>
  <cp:revision>1</cp:revision>
  <dcterms:created xsi:type="dcterms:W3CDTF">2026-01-18T18:47:08Z</dcterms:created>
  <dcterms:modified xsi:type="dcterms:W3CDTF">2026-01-18T22:09:35Z</dcterms:modified>
</cp:coreProperties>
</file>